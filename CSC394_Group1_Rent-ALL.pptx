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EB4AE-6384-46C4-A0CD-AC8753DBEB60}" v="7" dt="2026-04-08T00:49:00.361"/>
    <p1510:client id="{94D5D812-0700-5CD7-6187-F85953341DBA}" v="164" dt="2026-04-08T00:44:27.070"/>
    <p1510:client id="{D135EF8B-0318-4EC1-2830-7B7F2885E8F3}" v="1" dt="2026-04-08T00:51:07.842"/>
    <p1510:client id="{D76184F9-3A0E-D55A-4FEA-957C8A9DAA84}" v="2" dt="2026-04-08T00:56:18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3818244-E18A-B283-5FE7-69A83796CF50}"/>
    <pc:docChg chg="modSld">
      <pc:chgData name="Guest User" userId="" providerId="Windows Live" clId="Web-{F3818244-E18A-B283-5FE7-69A83796CF50}" dt="2026-04-08T00:16:51.936" v="5" actId="20577"/>
      <pc:docMkLst>
        <pc:docMk/>
      </pc:docMkLst>
      <pc:sldChg chg="modSp">
        <pc:chgData name="Guest User" userId="" providerId="Windows Live" clId="Web-{F3818244-E18A-B283-5FE7-69A83796CF50}" dt="2026-04-08T00:16:51.936" v="5" actId="20577"/>
        <pc:sldMkLst>
          <pc:docMk/>
          <pc:sldMk cId="0" sldId="263"/>
        </pc:sldMkLst>
        <pc:graphicFrameChg chg="modGraphic">
          <ac:chgData name="Guest User" userId="" providerId="Windows Live" clId="Web-{F3818244-E18A-B283-5FE7-69A83796CF50}" dt="2026-04-08T00:16:51.936" v="5" actId="20577"/>
          <ac:graphicFrameMkLst>
            <pc:docMk/>
            <pc:sldMk cId="0" sldId="263"/>
            <ac:graphicFrameMk id="5" creationId="{FB499B2F-5044-3299-6733-2F1474CDB045}"/>
          </ac:graphicFrameMkLst>
        </pc:graphicFrameChg>
      </pc:sldChg>
    </pc:docChg>
  </pc:docChgLst>
  <pc:docChgLst>
    <pc:chgData name="Vishwash Golakiya" userId="c29b8a48814164b5" providerId="Windows Live" clId="Web-{94D5D812-0700-5CD7-6187-F85953341DBA}"/>
    <pc:docChg chg="mod addSld delSld modSld sldOrd addMainMaster delMainMaster">
      <pc:chgData name="Vishwash Golakiya" userId="c29b8a48814164b5" providerId="Windows Live" clId="Web-{94D5D812-0700-5CD7-6187-F85953341DBA}" dt="2026-04-08T00:44:40.492" v="359" actId="14100"/>
      <pc:docMkLst>
        <pc:docMk/>
      </pc:docMkLst>
      <pc:sldChg chg="addSp delSp modSp mod setBg modClrScheme delDesignElem chgLayout">
        <pc:chgData name="Vishwash Golakiya" userId="c29b8a48814164b5" providerId="Windows Live" clId="Web-{94D5D812-0700-5CD7-6187-F85953341DBA}" dt="2026-04-08T00:41:51.681" v="328" actId="20577"/>
        <pc:sldMkLst>
          <pc:docMk/>
          <pc:sldMk cId="0" sldId="256"/>
        </pc:sldMkLst>
        <pc:spChg chg="mod ord">
          <ac:chgData name="Vishwash Golakiya" userId="c29b8a48814164b5" providerId="Windows Live" clId="Web-{94D5D812-0700-5CD7-6187-F85953341DBA}" dt="2026-04-08T00:41:51.681" v="328" actId="20577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28:18.652" v="201"/>
          <ac:spMkLst>
            <pc:docMk/>
            <pc:sldMk cId="0" sldId="256"/>
            <ac:spMk id="9" creationId="{81D377EB-C9D2-4ED0-86A6-740A297E3EAC}"/>
          </ac:spMkLst>
        </pc:spChg>
        <pc:spChg chg="add del">
          <ac:chgData name="Vishwash Golakiya" userId="c29b8a48814164b5" providerId="Windows Live" clId="Web-{94D5D812-0700-5CD7-6187-F85953341DBA}" dt="2026-04-08T00:28:18.652" v="201"/>
          <ac:spMkLst>
            <pc:docMk/>
            <pc:sldMk cId="0" sldId="256"/>
            <ac:spMk id="10" creationId="{066346BE-FDB4-4772-A696-0719490ABD64}"/>
          </ac:spMkLst>
        </pc:spChg>
        <pc:spChg chg="add del">
          <ac:chgData name="Vishwash Golakiya" userId="c29b8a48814164b5" providerId="Windows Live" clId="Web-{94D5D812-0700-5CD7-6187-F85953341DBA}" dt="2026-04-08T00:28:18.652" v="201"/>
          <ac:spMkLst>
            <pc:docMk/>
            <pc:sldMk cId="0" sldId="256"/>
            <ac:spMk id="11" creationId="{FB92FFCE-0C90-454E-AA25-D4EE9A6C39C5}"/>
          </ac:spMkLst>
        </pc:spChg>
        <pc:spChg chg="add del">
          <ac:chgData name="Vishwash Golakiya" userId="c29b8a48814164b5" providerId="Windows Live" clId="Web-{94D5D812-0700-5CD7-6187-F85953341DBA}" dt="2026-04-08T00:03:40.781" v="75"/>
          <ac:spMkLst>
            <pc:docMk/>
            <pc:sldMk cId="0" sldId="256"/>
            <ac:spMk id="12" creationId="{56E9B3E6-E277-4D68-BA48-9CB43FFBD6E2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6"/>
            <ac:spMk id="16" creationId="{2659FDB4-FCBE-4A89-B46D-43D4FA54464D}"/>
          </ac:spMkLst>
        </pc:spChg>
        <pc:spChg chg="add del">
          <ac:chgData name="Vishwash Golakiya" userId="c29b8a48814164b5" providerId="Windows Live" clId="Web-{94D5D812-0700-5CD7-6187-F85953341DBA}" dt="2026-04-08T00:03:40.781" v="75"/>
          <ac:spMkLst>
            <pc:docMk/>
            <pc:sldMk cId="0" sldId="256"/>
            <ac:spMk id="19" creationId="{D5B0017B-2ECA-49AF-B397-DC140825DF8D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6"/>
            <ac:spMk id="20" creationId="{58BDB0EE-D238-415B-9ED8-62AA6AB2AAD1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6"/>
            <ac:spMk id="22" creationId="{C5B55FC3-961D-4325-82F1-DE92B0D04E03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6"/>
            <ac:spMk id="24" creationId="{4C8AB332-D09E-4F28-943C-DABDD4716A3C}"/>
          </ac:spMkLst>
        </pc:spChg>
        <pc:spChg chg="add del mod">
          <ac:chgData name="Vishwash Golakiya" userId="c29b8a48814164b5" providerId="Windows Live" clId="Web-{94D5D812-0700-5CD7-6187-F85953341DBA}" dt="2026-04-08T00:03:40.546" v="74"/>
          <ac:spMkLst>
            <pc:docMk/>
            <pc:sldMk cId="0" sldId="256"/>
            <ac:spMk id="114" creationId="{2325B2EC-AAF3-6113-F7E0-E844CDDAF6A3}"/>
          </ac:spMkLst>
        </pc:spChg>
        <pc:grpChg chg="add del">
          <ac:chgData name="Vishwash Golakiya" userId="c29b8a48814164b5" providerId="Windows Live" clId="Web-{94D5D812-0700-5CD7-6187-F85953341DBA}" dt="2026-04-08T00:03:40.781" v="75"/>
          <ac:grpSpMkLst>
            <pc:docMk/>
            <pc:sldMk cId="0" sldId="256"/>
            <ac:grpSpMk id="14" creationId="{AE1C45F0-260A-458C-96ED-C1F6D2151219}"/>
          </ac:grpSpMkLst>
        </pc:grpChg>
        <pc:graphicFrameChg chg="add del mod ord modGraphic">
          <ac:chgData name="Vishwash Golakiya" userId="c29b8a48814164b5" providerId="Windows Live" clId="Web-{94D5D812-0700-5CD7-6187-F85953341DBA}" dt="2026-04-08T00:37:11.588" v="243"/>
          <ac:graphicFrameMkLst>
            <pc:docMk/>
            <pc:sldMk cId="0" sldId="256"/>
            <ac:graphicFrameMk id="7" creationId="{DF49C810-51BA-95A9-0EFB-C8F48B2DC0AC}"/>
          </ac:graphicFrameMkLst>
        </pc:graphicFrameChg>
        <pc:graphicFrameChg chg="add del">
          <ac:chgData name="Vishwash Golakiya" userId="c29b8a48814164b5" providerId="Windows Live" clId="Web-{94D5D812-0700-5CD7-6187-F85953341DBA}" dt="2026-04-08T00:03:38.687" v="73"/>
          <ac:graphicFrameMkLst>
            <pc:docMk/>
            <pc:sldMk cId="0" sldId="256"/>
            <ac:graphicFrameMk id="115" creationId="{DF49C810-51BA-95A9-0EFB-C8F48B2DC0AC}"/>
          </ac:graphicFrameMkLst>
        </pc:graphicFrameChg>
        <pc:cxnChg chg="add del">
          <ac:chgData name="Vishwash Golakiya" userId="c29b8a48814164b5" providerId="Windows Live" clId="Web-{94D5D812-0700-5CD7-6187-F85953341DBA}" dt="2026-04-08T00:37:11.588" v="243"/>
          <ac:cxnSpMkLst>
            <pc:docMk/>
            <pc:sldMk cId="0" sldId="256"/>
            <ac:cxnSpMk id="18" creationId="{C8F51B3F-8331-4E4A-AE96-D47B1006EEAD}"/>
          </ac:cxnSpMkLst>
        </pc:cxnChg>
        <pc:cxnChg chg="add del">
          <ac:chgData name="Vishwash Golakiya" userId="c29b8a48814164b5" providerId="Windows Live" clId="Web-{94D5D812-0700-5CD7-6187-F85953341DBA}" dt="2026-04-08T00:03:40.781" v="75"/>
          <ac:cxnSpMkLst>
            <pc:docMk/>
            <pc:sldMk cId="0" sldId="256"/>
            <ac:cxnSpMk id="21" creationId="{6CF1BAF6-AD41-4082-B212-8A1F9A2E8779}"/>
          </ac:cxnSpMkLst>
        </pc:cxnChg>
      </pc:sldChg>
      <pc:sldChg chg="addSp delSp modSp mod setBg modClrScheme delDesignElem chgLayout">
        <pc:chgData name="Vishwash Golakiya" userId="c29b8a48814164b5" providerId="Windows Live" clId="Web-{94D5D812-0700-5CD7-6187-F85953341DBA}" dt="2026-04-08T00:44:40.492" v="359" actId="14100"/>
        <pc:sldMkLst>
          <pc:docMk/>
          <pc:sldMk cId="0" sldId="257"/>
        </pc:sldMkLst>
        <pc:spChg chg="mod ord">
          <ac:chgData name="Vishwash Golakiya" userId="c29b8a48814164b5" providerId="Windows Live" clId="Web-{94D5D812-0700-5CD7-6187-F85953341DBA}" dt="2026-04-08T00:41:47.196" v="327" actId="20577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7"/>
            <ac:spMk id="10" creationId="{56E9B3E6-E277-4D68-BA48-9CB43FFBD6E2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7"/>
            <ac:spMk id="17" creationId="{D5B0017B-2ECA-49AF-B397-DC140825DF8D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57"/>
            <ac:grpSpMk id="12" creationId="{AE1C45F0-260A-458C-96ED-C1F6D2151219}"/>
          </ac:grpSpMkLst>
        </pc:grpChg>
        <pc:graphicFrameChg chg="mod ord modGraphic">
          <ac:chgData name="Vishwash Golakiya" userId="c29b8a48814164b5" providerId="Windows Live" clId="Web-{94D5D812-0700-5CD7-6187-F85953341DBA}" dt="2026-04-08T00:44:40.492" v="359" actId="14100"/>
          <ac:graphicFrameMkLst>
            <pc:docMk/>
            <pc:sldMk cId="0" sldId="257"/>
            <ac:graphicFrameMk id="5" creationId="{3BF5F9DD-84B4-8DFE-D5BA-50350F8C46F9}"/>
          </ac:graphicFrameMkLst>
        </pc:graphicFrameChg>
        <pc:cxnChg chg="add del">
          <ac:chgData name="Vishwash Golakiya" userId="c29b8a48814164b5" providerId="Windows Live" clId="Web-{94D5D812-0700-5CD7-6187-F85953341DBA}" dt="2026-04-08T00:37:11.588" v="243"/>
          <ac:cxnSpMkLst>
            <pc:docMk/>
            <pc:sldMk cId="0" sldId="257"/>
            <ac:cxnSpMk id="19" creationId="{6CF1BAF6-AD41-4082-B212-8A1F9A2E8779}"/>
          </ac:cxnSpMkLst>
        </pc:cxnChg>
      </pc:sldChg>
      <pc:sldChg chg="addSp delSp modSp mod setBg modClrScheme delDesignElem chgLayout">
        <pc:chgData name="Vishwash Golakiya" userId="c29b8a48814164b5" providerId="Windows Live" clId="Web-{94D5D812-0700-5CD7-6187-F85953341DBA}" dt="2026-04-08T00:41:39.056" v="326" actId="20577"/>
        <pc:sldMkLst>
          <pc:docMk/>
          <pc:sldMk cId="0" sldId="258"/>
        </pc:sldMkLst>
        <pc:spChg chg="mod ord">
          <ac:chgData name="Vishwash Golakiya" userId="c29b8a48814164b5" providerId="Windows Live" clId="Web-{94D5D812-0700-5CD7-6187-F85953341DBA}" dt="2026-04-08T00:41:39.056" v="326" actId="20577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8"/>
            <ac:spMk id="10" creationId="{63644BFD-D22E-4019-B666-387DA51AEAFD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8"/>
            <ac:spMk id="16" creationId="{3776B14B-F2F4-4825-8DA8-8C7A0F2B3960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58"/>
            <ac:grpSpMk id="12" creationId="{5FE9FE4C-C9E0-4C54-8010-EA9D29CD4D59}"/>
          </ac:grpSpMkLst>
        </pc:grpChg>
        <pc:graphicFrameChg chg="mod ord modGraphic">
          <ac:chgData name="Vishwash Golakiya" userId="c29b8a48814164b5" providerId="Windows Live" clId="Web-{94D5D812-0700-5CD7-6187-F85953341DBA}" dt="2026-04-08T00:37:11.588" v="243"/>
          <ac:graphicFrameMkLst>
            <pc:docMk/>
            <pc:sldMk cId="0" sldId="258"/>
            <ac:graphicFrameMk id="5" creationId="{7B5D0CB6-23E7-943B-4030-2C118F0E4CA6}"/>
          </ac:graphicFrameMkLst>
        </pc:graphicFrameChg>
      </pc:sldChg>
      <pc:sldChg chg="addSp delSp modSp mod modClrScheme delDesignElem chgLayout">
        <pc:chgData name="Vishwash Golakiya" userId="c29b8a48814164b5" providerId="Windows Live" clId="Web-{94D5D812-0700-5CD7-6187-F85953341DBA}" dt="2026-04-08T00:43:40.320" v="346" actId="20577"/>
        <pc:sldMkLst>
          <pc:docMk/>
          <pc:sldMk cId="0" sldId="259"/>
        </pc:sldMkLst>
        <pc:spChg chg="mod ord">
          <ac:chgData name="Vishwash Golakiya" userId="c29b8a48814164b5" providerId="Windows Live" clId="Web-{94D5D812-0700-5CD7-6187-F85953341DBA}" dt="2026-04-08T00:41:34.306" v="325" actId="20577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Vishwash Golakiya" userId="c29b8a48814164b5" providerId="Windows Live" clId="Web-{94D5D812-0700-5CD7-6187-F85953341DBA}" dt="2026-04-08T00:43:40.320" v="346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Vishwash Golakiya" userId="c29b8a48814164b5" providerId="Windows Live" clId="Web-{94D5D812-0700-5CD7-6187-F85953341DBA}" dt="2026-04-08T00:05:05.734" v="77"/>
          <ac:spMkLst>
            <pc:docMk/>
            <pc:sldMk cId="0" sldId="259"/>
            <ac:spMk id="14" creationId="{339C8D78-A644-462F-B674-F440635E5353}"/>
          </ac:spMkLst>
        </pc:spChg>
        <pc:spChg chg="del">
          <ac:chgData name="Vishwash Golakiya" userId="c29b8a48814164b5" providerId="Windows Live" clId="Web-{94D5D812-0700-5CD7-6187-F85953341DBA}" dt="2026-04-08T00:05:05.734" v="77"/>
          <ac:spMkLst>
            <pc:docMk/>
            <pc:sldMk cId="0" sldId="259"/>
            <ac:spMk id="15" creationId="{AFA67CD3-AB4E-4A7A-BEB8-53C445D8C44E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9"/>
            <ac:spMk id="22" creationId="{28D31E1B-0407-4223-9642-0B642CBF57D9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9"/>
            <ac:spMk id="29" creationId="{D5B0017B-2ECA-49AF-B397-DC140825DF8D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59"/>
            <ac:spMk id="31" creationId="{70E96339-907C-46C3-99AC-31179B6F0EBD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59"/>
            <ac:grpSpMk id="24" creationId="{AE1C45F0-260A-458C-96ED-C1F6D2151219}"/>
          </ac:grpSpMkLst>
        </pc:grpChg>
        <pc:picChg chg="del">
          <ac:chgData name="Vishwash Golakiya" userId="c29b8a48814164b5" providerId="Windows Live" clId="Web-{94D5D812-0700-5CD7-6187-F85953341DBA}" dt="2026-04-08T00:05:05.734" v="77"/>
          <ac:picMkLst>
            <pc:docMk/>
            <pc:sldMk cId="0" sldId="259"/>
            <ac:picMk id="16" creationId="{07CF545F-9C2E-4446-97CD-AD92990C2B68}"/>
          </ac:picMkLst>
        </pc:picChg>
        <pc:picChg chg="mod ord">
          <ac:chgData name="Vishwash Golakiya" userId="c29b8a48814164b5" providerId="Windows Live" clId="Web-{94D5D812-0700-5CD7-6187-F85953341DBA}" dt="2026-04-08T00:05:05.734" v="77"/>
          <ac:picMkLst>
            <pc:docMk/>
            <pc:sldMk cId="0" sldId="259"/>
            <ac:picMk id="17" creationId="{DA1E2B29-F13A-EF08-6C83-11118054FE31}"/>
          </ac:picMkLst>
        </pc:picChg>
        <pc:cxnChg chg="add del">
          <ac:chgData name="Vishwash Golakiya" userId="c29b8a48814164b5" providerId="Windows Live" clId="Web-{94D5D812-0700-5CD7-6187-F85953341DBA}" dt="2026-04-08T00:37:11.588" v="243"/>
          <ac:cxnSpMkLst>
            <pc:docMk/>
            <pc:sldMk cId="0" sldId="259"/>
            <ac:cxnSpMk id="33" creationId="{6CF1BAF6-AD41-4082-B212-8A1F9A2E8779}"/>
          </ac:cxnSpMkLst>
        </pc:cxnChg>
      </pc:sldChg>
      <pc:sldChg chg="addSp delSp modSp mod setBg modClrScheme delDesignElem chgLayout">
        <pc:chgData name="Vishwash Golakiya" userId="c29b8a48814164b5" providerId="Windows Live" clId="Web-{94D5D812-0700-5CD7-6187-F85953341DBA}" dt="2026-04-08T00:41:28.275" v="324" actId="20577"/>
        <pc:sldMkLst>
          <pc:docMk/>
          <pc:sldMk cId="0" sldId="260"/>
        </pc:sldMkLst>
        <pc:spChg chg="mod ord">
          <ac:chgData name="Vishwash Golakiya" userId="c29b8a48814164b5" providerId="Windows Live" clId="Web-{94D5D812-0700-5CD7-6187-F85953341DBA}" dt="2026-04-08T00:41:28.275" v="324" actId="20577"/>
          <ac:spMkLst>
            <pc:docMk/>
            <pc:sldMk cId="0" sldId="260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0"/>
            <ac:spMk id="26" creationId="{56E9B3E6-E277-4D68-BA48-9CB43FFBD6E2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0"/>
            <ac:spMk id="33" creationId="{D5B0017B-2ECA-49AF-B397-DC140825DF8D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60"/>
            <ac:grpSpMk id="28" creationId="{AE1C45F0-260A-458C-96ED-C1F6D2151219}"/>
          </ac:grpSpMkLst>
        </pc:grpChg>
        <pc:graphicFrameChg chg="mod ord modGraphic">
          <ac:chgData name="Vishwash Golakiya" userId="c29b8a48814164b5" providerId="Windows Live" clId="Web-{94D5D812-0700-5CD7-6187-F85953341DBA}" dt="2026-04-08T00:37:11.588" v="243"/>
          <ac:graphicFrameMkLst>
            <pc:docMk/>
            <pc:sldMk cId="0" sldId="260"/>
            <ac:graphicFrameMk id="21" creationId="{3E94117B-3A9D-3B70-DC07-4A3B0D716242}"/>
          </ac:graphicFrameMkLst>
        </pc:graphicFrameChg>
        <pc:cxnChg chg="add del">
          <ac:chgData name="Vishwash Golakiya" userId="c29b8a48814164b5" providerId="Windows Live" clId="Web-{94D5D812-0700-5CD7-6187-F85953341DBA}" dt="2026-04-08T00:37:11.588" v="243"/>
          <ac:cxnSpMkLst>
            <pc:docMk/>
            <pc:sldMk cId="0" sldId="260"/>
            <ac:cxnSpMk id="35" creationId="{6CF1BAF6-AD41-4082-B212-8A1F9A2E8779}"/>
          </ac:cxnSpMkLst>
        </pc:cxnChg>
      </pc:sldChg>
      <pc:sldChg chg="addSp delSp modSp mod setBg modClrScheme delDesignElem chgLayout">
        <pc:chgData name="Vishwash Golakiya" userId="c29b8a48814164b5" providerId="Windows Live" clId="Web-{94D5D812-0700-5CD7-6187-F85953341DBA}" dt="2026-04-08T00:41:18.947" v="323" actId="20577"/>
        <pc:sldMkLst>
          <pc:docMk/>
          <pc:sldMk cId="0" sldId="261"/>
        </pc:sldMkLst>
        <pc:spChg chg="mod ord">
          <ac:chgData name="Vishwash Golakiya" userId="c29b8a48814164b5" providerId="Windows Live" clId="Web-{94D5D812-0700-5CD7-6187-F85953341DBA}" dt="2026-04-08T00:41:18.947" v="323" actId="20577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1"/>
            <ac:spMk id="10" creationId="{2215C6C6-E45C-4179-9FC1-E8A4C1D4743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1"/>
            <ac:spMk id="16" creationId="{3776B14B-F2F4-4825-8DA8-8C7A0F2B3960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61"/>
            <ac:grpSpMk id="12" creationId="{5FE9FE4C-C9E0-4C54-8010-EA9D29CD4D59}"/>
          </ac:grpSpMkLst>
        </pc:grpChg>
        <pc:graphicFrameChg chg="mod ord">
          <ac:chgData name="Vishwash Golakiya" userId="c29b8a48814164b5" providerId="Windows Live" clId="Web-{94D5D812-0700-5CD7-6187-F85953341DBA}" dt="2026-04-08T00:37:11.588" v="243"/>
          <ac:graphicFrameMkLst>
            <pc:docMk/>
            <pc:sldMk cId="0" sldId="261"/>
            <ac:graphicFrameMk id="5" creationId="{BE893BFA-55AC-838F-A169-683685328293}"/>
          </ac:graphicFrameMkLst>
        </pc:graphicFrameChg>
      </pc:sldChg>
      <pc:sldChg chg="addSp delSp modSp mod modClrScheme delDesignElem chgLayout">
        <pc:chgData name="Vishwash Golakiya" userId="c29b8a48814164b5" providerId="Windows Live" clId="Web-{94D5D812-0700-5CD7-6187-F85953341DBA}" dt="2026-04-08T00:40:38.384" v="313" actId="20577"/>
        <pc:sldMkLst>
          <pc:docMk/>
          <pc:sldMk cId="0" sldId="262"/>
        </pc:sldMkLst>
        <pc:spChg chg="mod ord">
          <ac:chgData name="Vishwash Golakiya" userId="c29b8a48814164b5" providerId="Windows Live" clId="Web-{94D5D812-0700-5CD7-6187-F85953341DBA}" dt="2026-04-08T00:40:38.384" v="313" actId="20577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Vishwash Golakiya" userId="c29b8a48814164b5" providerId="Windows Live" clId="Web-{94D5D812-0700-5CD7-6187-F85953341DBA}" dt="2026-04-08T00:37:11.588" v="243"/>
          <ac:spMkLst>
            <pc:docMk/>
            <pc:sldMk cId="0" sldId="262"/>
            <ac:spMk id="3" creationId="{00000000-0000-0000-0000-000000000000}"/>
          </ac:spMkLst>
        </pc:spChg>
        <pc:spChg chg="del">
          <ac:chgData name="Vishwash Golakiya" userId="c29b8a48814164b5" providerId="Windows Live" clId="Web-{94D5D812-0700-5CD7-6187-F85953341DBA}" dt="2026-04-07T23:59:41.547" v="39"/>
          <ac:spMkLst>
            <pc:docMk/>
            <pc:sldMk cId="0" sldId="262"/>
            <ac:spMk id="9" creationId="{9F7D5CDA-D291-4307-BF55-1381FED29634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2"/>
            <ac:spMk id="14" creationId="{201CC55D-ED54-4C5C-95E6-10947BD1103B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2"/>
            <ac:spMk id="20" creationId="{3873B707-463F-40B0-8227-E8CC6C67EB25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2"/>
            <ac:spMk id="22" creationId="{C13237C8-E62C-4F0D-A318-BD6FB6C2D138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2"/>
            <ac:spMk id="24" creationId="{19C9EAEA-39D0-4B0E-A0EB-51E7B26740B1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62"/>
            <ac:grpSpMk id="16" creationId="{1DE889C7-FAD6-4397-98E2-05D503484459}"/>
          </ac:grpSpMkLst>
        </pc:grpChg>
        <pc:picChg chg="mod">
          <ac:chgData name="Vishwash Golakiya" userId="c29b8a48814164b5" providerId="Windows Live" clId="Web-{94D5D812-0700-5CD7-6187-F85953341DBA}" dt="2026-04-07T23:59:41.547" v="39"/>
          <ac:picMkLst>
            <pc:docMk/>
            <pc:sldMk cId="0" sldId="262"/>
            <ac:picMk id="5" creationId="{69810200-AE12-E524-8C0A-F474E1D3991E}"/>
          </ac:picMkLst>
        </pc:picChg>
      </pc:sldChg>
      <pc:sldChg chg="addSp delSp modSp mod ord modClrScheme delDesignElem chgLayout">
        <pc:chgData name="Vishwash Golakiya" userId="c29b8a48814164b5" providerId="Windows Live" clId="Web-{94D5D812-0700-5CD7-6187-F85953341DBA}" dt="2026-04-08T00:40:57.025" v="315" actId="20577"/>
        <pc:sldMkLst>
          <pc:docMk/>
          <pc:sldMk cId="0" sldId="263"/>
        </pc:sldMkLst>
        <pc:spChg chg="mod ord">
          <ac:chgData name="Vishwash Golakiya" userId="c29b8a48814164b5" providerId="Windows Live" clId="Web-{94D5D812-0700-5CD7-6187-F85953341DBA}" dt="2026-04-08T00:40:57.025" v="315" actId="20577"/>
          <ac:spMkLst>
            <pc:docMk/>
            <pc:sldMk cId="0" sldId="263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3"/>
            <ac:spMk id="9" creationId="{D9A7F3BF-8763-4074-AD77-92790AF314D1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63"/>
            <ac:grpSpMk id="11" creationId="{7A9648D6-B41B-42D0-A817-AE2607B0B5B8}"/>
          </ac:grpSpMkLst>
        </pc:grpChg>
        <pc:graphicFrameChg chg="mod ord modGraphic">
          <ac:chgData name="Vishwash Golakiya" userId="c29b8a48814164b5" providerId="Windows Live" clId="Web-{94D5D812-0700-5CD7-6187-F85953341DBA}" dt="2026-04-08T00:37:11.588" v="243"/>
          <ac:graphicFrameMkLst>
            <pc:docMk/>
            <pc:sldMk cId="0" sldId="263"/>
            <ac:graphicFrameMk id="5" creationId="{FB499B2F-5044-3299-6733-2F1474CDB045}"/>
          </ac:graphicFrameMkLst>
        </pc:graphicFrameChg>
        <pc:cxnChg chg="add del">
          <ac:chgData name="Vishwash Golakiya" userId="c29b8a48814164b5" providerId="Windows Live" clId="Web-{94D5D812-0700-5CD7-6187-F85953341DBA}" dt="2026-04-08T00:37:11.588" v="243"/>
          <ac:cxnSpMkLst>
            <pc:docMk/>
            <pc:sldMk cId="0" sldId="263"/>
            <ac:cxnSpMk id="16" creationId="{C49DA8F6-BCC1-4447-B54C-57856834B94B}"/>
          </ac:cxnSpMkLst>
        </pc:cxnChg>
      </pc:sldChg>
      <pc:sldChg chg="addSp delSp modSp mod modClrScheme delDesignElem chgLayout">
        <pc:chgData name="Vishwash Golakiya" userId="c29b8a48814164b5" providerId="Windows Live" clId="Web-{94D5D812-0700-5CD7-6187-F85953341DBA}" dt="2026-04-08T00:41:06.853" v="318" actId="20577"/>
        <pc:sldMkLst>
          <pc:docMk/>
          <pc:sldMk cId="0" sldId="264"/>
        </pc:sldMkLst>
        <pc:spChg chg="mod ord">
          <ac:chgData name="Vishwash Golakiya" userId="c29b8a48814164b5" providerId="Windows Live" clId="Web-{94D5D812-0700-5CD7-6187-F85953341DBA}" dt="2026-04-08T00:41:06.853" v="318" actId="20577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Vishwash Golakiya" userId="c29b8a48814164b5" providerId="Windows Live" clId="Web-{94D5D812-0700-5CD7-6187-F85953341DBA}" dt="2026-04-08T00:37:11.588" v="243"/>
          <ac:spMkLst>
            <pc:docMk/>
            <pc:sldMk cId="0" sldId="264"/>
            <ac:spMk id="3" creationId="{00000000-0000-0000-0000-000000000000}"/>
          </ac:spMkLst>
        </pc:spChg>
        <pc:spChg chg="del">
          <ac:chgData name="Vishwash Golakiya" userId="c29b8a48814164b5" providerId="Windows Live" clId="Web-{94D5D812-0700-5CD7-6187-F85953341DBA}" dt="2026-04-08T00:01:21.062" v="48"/>
          <ac:spMkLst>
            <pc:docMk/>
            <pc:sldMk cId="0" sldId="264"/>
            <ac:spMk id="9" creationId="{C0763A76-9F1C-4FC5-82B7-DD475DA461B2}"/>
          </ac:spMkLst>
        </pc:spChg>
        <pc:spChg chg="del">
          <ac:chgData name="Vishwash Golakiya" userId="c29b8a48814164b5" providerId="Windows Live" clId="Web-{94D5D812-0700-5CD7-6187-F85953341DBA}" dt="2026-04-08T00:01:21.062" v="48"/>
          <ac:spMkLst>
            <pc:docMk/>
            <pc:sldMk cId="0" sldId="264"/>
            <ac:spMk id="11" creationId="{E81BF4F6-F2CF-4984-9D14-D6966D92F99F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4"/>
            <ac:spMk id="16" creationId="{201CC55D-ED54-4C5C-95E6-10947BD1103B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4"/>
            <ac:spMk id="22" creationId="{3873B707-463F-40B0-8227-E8CC6C67EB25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4"/>
            <ac:spMk id="24" creationId="{C13237C8-E62C-4F0D-A318-BD6FB6C2D138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4"/>
            <ac:spMk id="26" creationId="{19C9EAEA-39D0-4B0E-A0EB-51E7B26740B1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64"/>
            <ac:grpSpMk id="18" creationId="{1DE889C7-FAD6-4397-98E2-05D503484459}"/>
          </ac:grpSpMkLst>
        </pc:grpChg>
        <pc:picChg chg="mod">
          <ac:chgData name="Vishwash Golakiya" userId="c29b8a48814164b5" providerId="Windows Live" clId="Web-{94D5D812-0700-5CD7-6187-F85953341DBA}" dt="2026-04-08T00:01:21.062" v="48"/>
          <ac:picMkLst>
            <pc:docMk/>
            <pc:sldMk cId="0" sldId="264"/>
            <ac:picMk id="5" creationId="{0D2506D3-E162-F7C9-2E3E-6789C382EB1E}"/>
          </ac:picMkLst>
        </pc:picChg>
      </pc:sldChg>
      <pc:sldChg chg="addSp delSp modSp mod setBg modClrScheme delDesignElem chgLayout">
        <pc:chgData name="Vishwash Golakiya" userId="c29b8a48814164b5" providerId="Windows Live" clId="Web-{94D5D812-0700-5CD7-6187-F85953341DBA}" dt="2026-04-08T00:41:13.603" v="322" actId="20577"/>
        <pc:sldMkLst>
          <pc:docMk/>
          <pc:sldMk cId="0" sldId="265"/>
        </pc:sldMkLst>
        <pc:spChg chg="mod ord">
          <ac:chgData name="Vishwash Golakiya" userId="c29b8a48814164b5" providerId="Windows Live" clId="Web-{94D5D812-0700-5CD7-6187-F85953341DBA}" dt="2026-04-08T00:41:13.603" v="322" actId="20577"/>
          <ac:spMkLst>
            <pc:docMk/>
            <pc:sldMk cId="0" sldId="265"/>
            <ac:spMk id="2" creationId="{00000000-0000-0000-0000-00000000000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5"/>
            <ac:spMk id="10" creationId="{2215C6C6-E45C-4179-9FC1-E8A4C1D47430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0" sldId="265"/>
            <ac:spMk id="16" creationId="{3776B14B-F2F4-4825-8DA8-8C7A0F2B3960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0" sldId="265"/>
            <ac:grpSpMk id="12" creationId="{5FE9FE4C-C9E0-4C54-8010-EA9D29CD4D59}"/>
          </ac:grpSpMkLst>
        </pc:grpChg>
        <pc:graphicFrameChg chg="mod ord">
          <ac:chgData name="Vishwash Golakiya" userId="c29b8a48814164b5" providerId="Windows Live" clId="Web-{94D5D812-0700-5CD7-6187-F85953341DBA}" dt="2026-04-08T00:37:11.588" v="243"/>
          <ac:graphicFrameMkLst>
            <pc:docMk/>
            <pc:sldMk cId="0" sldId="265"/>
            <ac:graphicFrameMk id="5" creationId="{68F792C2-40B1-B042-945A-114D6B9D1630}"/>
          </ac:graphicFrameMkLst>
        </pc:graphicFrameChg>
      </pc:sldChg>
      <pc:sldChg chg="new add del">
        <pc:chgData name="Vishwash Golakiya" userId="c29b8a48814164b5" providerId="Windows Live" clId="Web-{94D5D812-0700-5CD7-6187-F85953341DBA}" dt="2026-04-08T00:36:42.588" v="240"/>
        <pc:sldMkLst>
          <pc:docMk/>
          <pc:sldMk cId="554885625" sldId="266"/>
        </pc:sldMkLst>
      </pc:sldChg>
      <pc:sldChg chg="addSp delSp modSp add del mod modTransition setBg">
        <pc:chgData name="Vishwash Golakiya" userId="c29b8a48814164b5" providerId="Windows Live" clId="Web-{94D5D812-0700-5CD7-6187-F85953341DBA}" dt="2026-04-08T00:34:44.994" v="231" actId="34807"/>
        <pc:sldMkLst>
          <pc:docMk/>
          <pc:sldMk cId="1879374168" sldId="266"/>
        </pc:sldMkLst>
        <pc:spChg chg="mod">
          <ac:chgData name="Vishwash Golakiya" userId="c29b8a48814164b5" providerId="Windows Live" clId="Web-{94D5D812-0700-5CD7-6187-F85953341DBA}" dt="2026-04-08T00:34:44.994" v="230" actId="34807"/>
          <ac:spMkLst>
            <pc:docMk/>
            <pc:sldMk cId="1879374168" sldId="266"/>
            <ac:spMk id="2" creationId="{846843FB-2D8F-76EF-784F-A1E64A497C4B}"/>
          </ac:spMkLst>
        </pc:spChg>
        <pc:spChg chg="add del">
          <ac:chgData name="Vishwash Golakiya" userId="c29b8a48814164b5" providerId="Windows Live" clId="Web-{94D5D812-0700-5CD7-6187-F85953341DBA}" dt="2026-04-08T00:34:44.994" v="230" actId="34807"/>
          <ac:spMkLst>
            <pc:docMk/>
            <pc:sldMk cId="1879374168" sldId="266"/>
            <ac:spMk id="9" creationId="{DDD1D22E-5996-E45B-92B2-659F701A4A3B}"/>
          </ac:spMkLst>
        </pc:spChg>
        <pc:spChg chg="add del mod">
          <ac:chgData name="Vishwash Golakiya" userId="c29b8a48814164b5" providerId="Windows Live" clId="Web-{94D5D812-0700-5CD7-6187-F85953341DBA}" dt="2026-04-08T00:33:49.729" v="215"/>
          <ac:spMkLst>
            <pc:docMk/>
            <pc:sldMk cId="1879374168" sldId="266"/>
            <ac:spMk id="26" creationId="{F169236E-B5CC-2F77-331B-04F552FFD29D}"/>
          </ac:spMkLst>
        </pc:spChg>
        <pc:graphicFrameChg chg="add del mod modGraphic">
          <ac:chgData name="Vishwash Golakiya" userId="c29b8a48814164b5" providerId="Windows Live" clId="Web-{94D5D812-0700-5CD7-6187-F85953341DBA}" dt="2026-04-08T00:34:44.994" v="230" actId="34807"/>
          <ac:graphicFrameMkLst>
            <pc:docMk/>
            <pc:sldMk cId="1879374168" sldId="266"/>
            <ac:graphicFrameMk id="4" creationId="{39AC3E39-3C90-4D2A-801F-235FC78B5F4B}"/>
          </ac:graphicFrameMkLst>
        </pc:graphicFrameChg>
      </pc:sldChg>
      <pc:sldChg chg="addSp delSp modSp add mod ord modTransition setBg modClrScheme delDesignElem chgLayout">
        <pc:chgData name="Vishwash Golakiya" userId="c29b8a48814164b5" providerId="Windows Live" clId="Web-{94D5D812-0700-5CD7-6187-F85953341DBA}" dt="2026-04-08T00:42:55.555" v="337" actId="20577"/>
        <pc:sldMkLst>
          <pc:docMk/>
          <pc:sldMk cId="4222508108" sldId="267"/>
        </pc:sldMkLst>
        <pc:spChg chg="mod ord">
          <ac:chgData name="Vishwash Golakiya" userId="c29b8a48814164b5" providerId="Windows Live" clId="Web-{94D5D812-0700-5CD7-6187-F85953341DBA}" dt="2026-04-08T00:37:11.588" v="243"/>
          <ac:spMkLst>
            <pc:docMk/>
            <pc:sldMk cId="4222508108" sldId="267"/>
            <ac:spMk id="2" creationId="{AA14AB52-773D-AE33-2D10-D2FAAB87C944}"/>
          </ac:spMkLst>
        </pc:spChg>
        <pc:spChg chg="del mod">
          <ac:chgData name="Vishwash Golakiya" userId="c29b8a48814164b5" providerId="Windows Live" clId="Web-{94D5D812-0700-5CD7-6187-F85953341DBA}" dt="2026-04-08T00:36:52.619" v="241"/>
          <ac:spMkLst>
            <pc:docMk/>
            <pc:sldMk cId="4222508108" sldId="267"/>
            <ac:spMk id="4" creationId="{929738A2-D492-C70A-C877-5D8C4C6F171E}"/>
          </ac:spMkLst>
        </pc:spChg>
        <pc:spChg chg="add del mod">
          <ac:chgData name="Vishwash Golakiya" userId="c29b8a48814164b5" providerId="Windows Live" clId="Web-{94D5D812-0700-5CD7-6187-F85953341DBA}" dt="2026-04-08T00:36:33.603" v="239"/>
          <ac:spMkLst>
            <pc:docMk/>
            <pc:sldMk cId="4222508108" sldId="267"/>
            <ac:spMk id="6" creationId="{4C17016C-12FC-CE05-3544-B44BBF75C0E6}"/>
          </ac:spMkLst>
        </pc:spChg>
        <pc:spChg chg="add del">
          <ac:chgData name="Vishwash Golakiya" userId="c29b8a48814164b5" providerId="Windows Live" clId="Web-{94D5D812-0700-5CD7-6187-F85953341DBA}" dt="2026-04-08T00:36:52.619" v="241"/>
          <ac:spMkLst>
            <pc:docMk/>
            <pc:sldMk cId="4222508108" sldId="267"/>
            <ac:spMk id="10" creationId="{2961259D-605E-E200-FF9F-7C8C71D7C8E4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4222508108" sldId="267"/>
            <ac:spMk id="15" creationId="{B6CDA21F-E7AF-4C75-8395-33F58D5B0E45}"/>
          </ac:spMkLst>
        </pc:spChg>
        <pc:spChg chg="add del">
          <ac:chgData name="Vishwash Golakiya" userId="c29b8a48814164b5" providerId="Windows Live" clId="Web-{94D5D812-0700-5CD7-6187-F85953341DBA}" dt="2026-04-08T00:37:11.588" v="243"/>
          <ac:spMkLst>
            <pc:docMk/>
            <pc:sldMk cId="4222508108" sldId="267"/>
            <ac:spMk id="22" creationId="{D5B0017B-2ECA-49AF-B397-DC140825DF8D}"/>
          </ac:spMkLst>
        </pc:spChg>
        <pc:grpChg chg="add del">
          <ac:chgData name="Vishwash Golakiya" userId="c29b8a48814164b5" providerId="Windows Live" clId="Web-{94D5D812-0700-5CD7-6187-F85953341DBA}" dt="2026-04-08T00:37:11.588" v="243"/>
          <ac:grpSpMkLst>
            <pc:docMk/>
            <pc:sldMk cId="4222508108" sldId="267"/>
            <ac:grpSpMk id="17" creationId="{AE1C45F0-260A-458C-96ED-C1F6D2151219}"/>
          </ac:grpSpMkLst>
        </pc:grpChg>
        <pc:graphicFrameChg chg="add mod ord modGraphic">
          <ac:chgData name="Vishwash Golakiya" userId="c29b8a48814164b5" providerId="Windows Live" clId="Web-{94D5D812-0700-5CD7-6187-F85953341DBA}" dt="2026-04-08T00:42:55.555" v="337" actId="20577"/>
          <ac:graphicFrameMkLst>
            <pc:docMk/>
            <pc:sldMk cId="4222508108" sldId="267"/>
            <ac:graphicFrameMk id="25" creationId="{3D0D705D-5750-70E9-6DFA-C98C654F6A4F}"/>
          </ac:graphicFrameMkLst>
        </pc:graphicFrameChg>
        <pc:picChg chg="del mod ord">
          <ac:chgData name="Vishwash Golakiya" userId="c29b8a48814164b5" providerId="Windows Live" clId="Web-{94D5D812-0700-5CD7-6187-F85953341DBA}" dt="2026-04-08T00:36:18.556" v="235"/>
          <ac:picMkLst>
            <pc:docMk/>
            <pc:sldMk cId="4222508108" sldId="267"/>
            <ac:picMk id="5" creationId="{E60DB628-397D-4A82-92CD-374079C1C8D3}"/>
          </ac:picMkLst>
        </pc:picChg>
        <pc:cxnChg chg="add del">
          <ac:chgData name="Vishwash Golakiya" userId="c29b8a48814164b5" providerId="Windows Live" clId="Web-{94D5D812-0700-5CD7-6187-F85953341DBA}" dt="2026-04-08T00:37:11.588" v="243"/>
          <ac:cxnSpMkLst>
            <pc:docMk/>
            <pc:sldMk cId="4222508108" sldId="267"/>
            <ac:cxnSpMk id="24" creationId="{6CF1BAF6-AD41-4082-B212-8A1F9A2E8779}"/>
          </ac:cxnSpMkLst>
        </pc:cxnChg>
      </pc:sldChg>
      <pc:sldMasterChg chg="add del addSldLayout delSldLayout">
        <pc:chgData name="Vishwash Golakiya" userId="c29b8a48814164b5" providerId="Windows Live" clId="Web-{94D5D812-0700-5CD7-6187-F85953341DBA}" dt="2026-04-08T00:37:11.588" v="243"/>
        <pc:sldMasterMkLst>
          <pc:docMk/>
          <pc:sldMasterMk cId="2209977519" sldId="2147483648"/>
        </pc:sldMasterMkLst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3168075583" sldId="2147483649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2614314258" sldId="2147483650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960648375" sldId="2147483651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2782244947" sldId="2147483652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990158736" sldId="2147483653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727027711" sldId="2147483654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1212999818" sldId="2147483655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1840726560" sldId="2147483656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3889236939" sldId="2147483657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2910927964" sldId="2147483658"/>
          </pc:sldLayoutMkLst>
        </pc:sldLayoutChg>
        <pc:sldLayoutChg chg="add del">
          <pc:chgData name="Vishwash Golakiya" userId="c29b8a48814164b5" providerId="Windows Live" clId="Web-{94D5D812-0700-5CD7-6187-F85953341DBA}" dt="2026-04-08T00:37:11.588" v="243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08:49.374" v="104"/>
        <pc:sldMasterMkLst>
          <pc:docMk/>
          <pc:sldMasterMk cId="1672998216" sldId="2147483660"/>
        </pc:sldMasterMkLst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2301882923" sldId="214748366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3035070689" sldId="214748366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3607080029" sldId="214748366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1599577733" sldId="214748366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1064620135" sldId="214748366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1212084729" sldId="214748366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2830227657" sldId="214748366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2175432709" sldId="214748366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125329393" sldId="214748366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2019029642" sldId="214748367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9.374" v="104"/>
          <pc:sldLayoutMkLst>
            <pc:docMk/>
            <pc:sldMasterMk cId="1672998216" sldId="2147483660"/>
            <pc:sldLayoutMk cId="2953323924" sldId="2147483671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10:32.404" v="121"/>
        <pc:sldMasterMkLst>
          <pc:docMk/>
          <pc:sldMasterMk cId="2145087039" sldId="2147483660"/>
        </pc:sldMasterMkLst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1576034687" sldId="214748366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504067615" sldId="214748366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1293378314" sldId="214748366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3243781729" sldId="214748366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3138210469" sldId="214748366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2349273362" sldId="214748366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2279943758" sldId="214748366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3079947142" sldId="214748366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2778626745" sldId="214748366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1969591083" sldId="214748367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1761345433" sldId="214748367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13742435" sldId="214748367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4040884001" sldId="214748367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1011220140" sldId="214748367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287848131" sldId="214748367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2612744496" sldId="214748367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10:32.404" v="121"/>
          <pc:sldLayoutMkLst>
            <pc:docMk/>
            <pc:sldMasterMk cId="2145087039" sldId="2147483660"/>
            <pc:sldLayoutMk cId="803591057" sldId="2147483677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08:33.108" v="100"/>
        <pc:sldMasterMkLst>
          <pc:docMk/>
          <pc:sldMasterMk cId="2434318098" sldId="2147483660"/>
        </pc:sldMasterMkLst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3415928271" sldId="214748366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1116030488" sldId="214748366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2549247623" sldId="214748366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1698736110" sldId="214748366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3553233458" sldId="214748366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1254359519" sldId="214748366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477274623" sldId="214748366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3850173195" sldId="214748366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1707789068" sldId="214748366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986661616" sldId="214748367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3.108" v="100"/>
          <pc:sldLayoutMkLst>
            <pc:docMk/>
            <pc:sldMasterMk cId="2434318098" sldId="2147483660"/>
            <pc:sldLayoutMk cId="986906730" sldId="2147483671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09:12.655" v="111"/>
        <pc:sldMasterMkLst>
          <pc:docMk/>
          <pc:sldMasterMk cId="2712538153" sldId="2147483660"/>
        </pc:sldMasterMkLst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4263573940" sldId="214748366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1598207498" sldId="214748366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98151625" sldId="214748366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212385002" sldId="214748366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3141559830" sldId="214748366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1778280533" sldId="214748366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51002040" sldId="214748366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1126533279" sldId="214748366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38969740" sldId="214748366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2753396590" sldId="214748367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4137188546" sldId="214748367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833917805" sldId="214748367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3479122268" sldId="214748367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3467706795" sldId="214748367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977712632" sldId="214748367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168367038" sldId="214748367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9:12.655" v="111"/>
          <pc:sldLayoutMkLst>
            <pc:docMk/>
            <pc:sldMasterMk cId="2712538153" sldId="2147483660"/>
            <pc:sldLayoutMk cId="1647050376" sldId="2147483677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37:11.588" v="243"/>
        <pc:sldMasterMkLst>
          <pc:docMk/>
          <pc:sldMasterMk cId="3430503649" sldId="2147483660"/>
        </pc:sldMasterMkLst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834674736" sldId="214748366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847321897" sldId="214748366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2145186132" sldId="214748366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4253730837" sldId="214748366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2930303629" sldId="214748366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3017962557" sldId="214748366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2143616324" sldId="214748366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2136493639" sldId="214748366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2801068312" sldId="214748366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3437503493" sldId="214748367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37:11.588" v="243"/>
          <pc:sldLayoutMkLst>
            <pc:docMk/>
            <pc:sldMasterMk cId="3430503649" sldId="2147483660"/>
            <pc:sldLayoutMk cId="3450632900" sldId="2147483671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08:48.436" v="103"/>
        <pc:sldMasterMkLst>
          <pc:docMk/>
          <pc:sldMasterMk cId="2446017372" sldId="2147483672"/>
        </pc:sldMasterMkLst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3808275968" sldId="214748367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3773345256" sldId="214748367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3478887532" sldId="214748367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2078123323" sldId="214748367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868916990" sldId="214748367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576987039" sldId="214748367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2704642148" sldId="214748367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2873067657" sldId="214748368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1872346763" sldId="214748368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1392304991" sldId="214748368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48.436" v="103"/>
          <pc:sldLayoutMkLst>
            <pc:docMk/>
            <pc:sldMasterMk cId="2446017372" sldId="2147483672"/>
            <pc:sldLayoutMk cId="4159844396" sldId="2147483683"/>
          </pc:sldLayoutMkLst>
        </pc:sldLayoutChg>
      </pc:sldMasterChg>
      <pc:sldMasterChg chg="add del addSldLayout delSldLayout modSldLayout">
        <pc:chgData name="Vishwash Golakiya" userId="c29b8a48814164b5" providerId="Windows Live" clId="Web-{94D5D812-0700-5CD7-6187-F85953341DBA}" dt="2026-04-08T00:08:32.343" v="99"/>
        <pc:sldMasterMkLst>
          <pc:docMk/>
          <pc:sldMasterMk cId="2599709585" sldId="2147483672"/>
        </pc:sldMasterMkLst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363206554" sldId="2147483673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2389694738" sldId="2147483674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4234809389" sldId="2147483675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918839661" sldId="2147483676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1013422386" sldId="2147483677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563468684" sldId="2147483678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4289477775" sldId="2147483679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2478721376" sldId="2147483680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3115315261" sldId="2147483681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2851882469" sldId="2147483682"/>
          </pc:sldLayoutMkLst>
        </pc:sldLayoutChg>
        <pc:sldLayoutChg chg="add del mod replId">
          <pc:chgData name="Vishwash Golakiya" userId="c29b8a48814164b5" providerId="Windows Live" clId="Web-{94D5D812-0700-5CD7-6187-F85953341DBA}" dt="2026-04-08T00:08:32.343" v="99"/>
          <pc:sldLayoutMkLst>
            <pc:docMk/>
            <pc:sldMasterMk cId="2599709585" sldId="2147483672"/>
            <pc:sldLayoutMk cId="1944115191" sldId="2147483683"/>
          </pc:sldLayoutMkLst>
        </pc:sldLayoutChg>
      </pc:sldMasterChg>
    </pc:docChg>
  </pc:docChgLst>
  <pc:docChgLst>
    <pc:chgData name="Guest User" providerId="Windows Live" clId="Web-{0BFC420F-F219-C66E-3158-3888A0BE1680}"/>
    <pc:docChg chg="modSld">
      <pc:chgData name="Guest User" userId="" providerId="Windows Live" clId="Web-{0BFC420F-F219-C66E-3158-3888A0BE1680}" dt="2026-04-06T22:26:22.820" v="108" actId="20577"/>
      <pc:docMkLst>
        <pc:docMk/>
      </pc:docMkLst>
      <pc:sldChg chg="modSp">
        <pc:chgData name="Guest User" userId="" providerId="Windows Live" clId="Web-{0BFC420F-F219-C66E-3158-3888A0BE1680}" dt="2026-04-06T22:24:42.803" v="90" actId="20577"/>
        <pc:sldMkLst>
          <pc:docMk/>
          <pc:sldMk cId="0" sldId="260"/>
        </pc:sldMkLst>
      </pc:sldChg>
      <pc:sldChg chg="modSp">
        <pc:chgData name="Guest User" userId="" providerId="Windows Live" clId="Web-{0BFC420F-F219-C66E-3158-3888A0BE1680}" dt="2026-04-06T22:26:22.820" v="108" actId="20577"/>
        <pc:sldMkLst>
          <pc:docMk/>
          <pc:sldMk cId="0" sldId="263"/>
        </pc:sldMkLst>
      </pc:sldChg>
      <pc:sldChg chg="modSp">
        <pc:chgData name="Guest User" userId="" providerId="Windows Live" clId="Web-{0BFC420F-F219-C66E-3158-3888A0BE1680}" dt="2026-04-06T22:26:13.804" v="104" actId="20577"/>
        <pc:sldMkLst>
          <pc:docMk/>
          <pc:sldMk cId="0" sldId="265"/>
        </pc:sldMkLst>
      </pc:sldChg>
    </pc:docChg>
  </pc:docChgLst>
  <pc:docChgLst>
    <pc:chgData name="Vishwash Golakiya" userId="c29b8a48814164b5" providerId="LiveId" clId="{5D41344B-84D8-434D-B259-4319AF61BD8F}"/>
    <pc:docChg chg="custSel addSld delSld modSld">
      <pc:chgData name="Vishwash Golakiya" userId="c29b8a48814164b5" providerId="LiveId" clId="{5D41344B-84D8-434D-B259-4319AF61BD8F}" dt="2026-04-08T00:49:55.672" v="14" actId="26606"/>
      <pc:docMkLst>
        <pc:docMk/>
      </pc:docMkLst>
      <pc:sldChg chg="modTransition">
        <pc:chgData name="Vishwash Golakiya" userId="c29b8a48814164b5" providerId="LiveId" clId="{5D41344B-84D8-434D-B259-4319AF61BD8F}" dt="2026-04-08T00:46:41.471" v="2"/>
        <pc:sldMkLst>
          <pc:docMk/>
          <pc:sldMk cId="0" sldId="256"/>
        </pc:sldMkLst>
      </pc:sldChg>
      <pc:sldChg chg="modSp del mod">
        <pc:chgData name="Vishwash Golakiya" userId="c29b8a48814164b5" providerId="LiveId" clId="{5D41344B-84D8-434D-B259-4319AF61BD8F}" dt="2026-04-08T00:49:44.565" v="13" actId="2696"/>
        <pc:sldMkLst>
          <pc:docMk/>
          <pc:sldMk cId="4222508108" sldId="267"/>
        </pc:sldMkLst>
        <pc:spChg chg="mod">
          <ac:chgData name="Vishwash Golakiya" userId="c29b8a48814164b5" providerId="LiveId" clId="{5D41344B-84D8-434D-B259-4319AF61BD8F}" dt="2026-04-08T00:48:47.221" v="10" actId="1076"/>
          <ac:spMkLst>
            <pc:docMk/>
            <pc:sldMk cId="4222508108" sldId="267"/>
            <ac:spMk id="2" creationId="{AA14AB52-773D-AE33-2D10-D2FAAB87C944}"/>
          </ac:spMkLst>
        </pc:spChg>
      </pc:sldChg>
      <pc:sldChg chg="add del">
        <pc:chgData name="Vishwash Golakiya" userId="c29b8a48814164b5" providerId="LiveId" clId="{5D41344B-84D8-434D-B259-4319AF61BD8F}" dt="2026-04-08T00:47:36.146" v="4" actId="2696"/>
        <pc:sldMkLst>
          <pc:docMk/>
          <pc:sldMk cId="1239373422" sldId="268"/>
        </pc:sldMkLst>
      </pc:sldChg>
      <pc:sldChg chg="addSp delSp modSp new del">
        <pc:chgData name="Vishwash Golakiya" userId="c29b8a48814164b5" providerId="LiveId" clId="{5D41344B-84D8-434D-B259-4319AF61BD8F}" dt="2026-04-08T00:48:39.663" v="9" actId="2696"/>
        <pc:sldMkLst>
          <pc:docMk/>
          <pc:sldMk cId="3540263833" sldId="268"/>
        </pc:sldMkLst>
        <pc:spChg chg="add del">
          <ac:chgData name="Vishwash Golakiya" userId="c29b8a48814164b5" providerId="LiveId" clId="{5D41344B-84D8-434D-B259-4319AF61BD8F}" dt="2026-04-08T00:48:26.340" v="7"/>
          <ac:spMkLst>
            <pc:docMk/>
            <pc:sldMk cId="3540263833" sldId="268"/>
            <ac:spMk id="3" creationId="{1E5D1B0A-D253-3101-FDAB-A2607E24F8A6}"/>
          </ac:spMkLst>
        </pc:spChg>
        <pc:graphicFrameChg chg="add mod">
          <ac:chgData name="Vishwash Golakiya" userId="c29b8a48814164b5" providerId="LiveId" clId="{5D41344B-84D8-434D-B259-4319AF61BD8F}" dt="2026-04-08T00:48:26.340" v="7"/>
          <ac:graphicFrameMkLst>
            <pc:docMk/>
            <pc:sldMk cId="3540263833" sldId="268"/>
            <ac:graphicFrameMk id="5" creationId="{E37E0145-33DA-FEAB-D8AB-6800401EEC12}"/>
          </ac:graphicFrameMkLst>
        </pc:graphicFrameChg>
      </pc:sldChg>
      <pc:sldChg chg="addSp modSp new mod setBg">
        <pc:chgData name="Vishwash Golakiya" userId="c29b8a48814164b5" providerId="LiveId" clId="{5D41344B-84D8-434D-B259-4319AF61BD8F}" dt="2026-04-08T00:49:55.672" v="14" actId="26606"/>
        <pc:sldMkLst>
          <pc:docMk/>
          <pc:sldMk cId="2251847000" sldId="269"/>
        </pc:sldMkLst>
        <pc:spChg chg="add mo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2" creationId="{3A40EE7D-8C97-591A-8EFE-B7BB34BCE95B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8" creationId="{F3060C83-F051-4F0E-ABAD-AA0DFC48B218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10" creationId="{83C98ABE-055B-441F-B07E-44F97F083C39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12" creationId="{29FDB030-9B49-4CED-8CCD-4D99382388AC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14" creationId="{3783CA14-24A1-485C-8B30-D6A5D87987AD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16" creationId="{9A97C86A-04D6-40F7-AE84-31AB43E6A846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18" creationId="{FF9F2414-84E8-453E-B1F3-389FDE8192D9}"/>
          </ac:spMkLst>
        </pc:spChg>
        <pc:spChg chg="add">
          <ac:chgData name="Vishwash Golakiya" userId="c29b8a48814164b5" providerId="LiveId" clId="{5D41344B-84D8-434D-B259-4319AF61BD8F}" dt="2026-04-08T00:49:55.672" v="14" actId="26606"/>
          <ac:spMkLst>
            <pc:docMk/>
            <pc:sldMk cId="2251847000" sldId="269"/>
            <ac:spMk id="20" creationId="{3ECA69A1-7536-43AC-85EF-C7106179F5ED}"/>
          </ac:spMkLst>
        </pc:spChg>
        <pc:graphicFrameChg chg="add mod modGraphic">
          <ac:chgData name="Vishwash Golakiya" userId="c29b8a48814164b5" providerId="LiveId" clId="{5D41344B-84D8-434D-B259-4319AF61BD8F}" dt="2026-04-08T00:49:55.672" v="14" actId="26606"/>
          <ac:graphicFrameMkLst>
            <pc:docMk/>
            <pc:sldMk cId="2251847000" sldId="269"/>
            <ac:graphicFrameMk id="3" creationId="{3926F283-FB60-D931-5061-37252F4E4F60}"/>
          </ac:graphicFrameMkLst>
        </pc:graphicFrameChg>
      </pc:sldChg>
    </pc:docChg>
  </pc:docChgLst>
  <pc:docChgLst>
    <pc:chgData name="Vishwash Golakiya" userId="c29b8a48814164b5" providerId="Windows Live" clId="Web-{1D695CC5-A9A5-59DB-A674-43511DE9467D}"/>
    <pc:docChg chg="modSld">
      <pc:chgData name="Vishwash Golakiya" userId="c29b8a48814164b5" providerId="Windows Live" clId="Web-{1D695CC5-A9A5-59DB-A674-43511DE9467D}" dt="2026-04-06T22:34:37.636" v="23"/>
      <pc:docMkLst>
        <pc:docMk/>
      </pc:docMkLst>
      <pc:sldChg chg="addSp delSp">
        <pc:chgData name="Vishwash Golakiya" userId="c29b8a48814164b5" providerId="Windows Live" clId="Web-{1D695CC5-A9A5-59DB-A674-43511DE9467D}" dt="2026-04-06T22:30:48.590" v="9"/>
        <pc:sldMkLst>
          <pc:docMk/>
          <pc:sldMk cId="0" sldId="256"/>
        </pc:sldMkLst>
        <pc:graphicFrameChg chg="add">
          <ac:chgData name="Vishwash Golakiya" userId="c29b8a48814164b5" providerId="Windows Live" clId="Web-{1D695CC5-A9A5-59DB-A674-43511DE9467D}" dt="2026-04-06T22:30:48.590" v="9"/>
          <ac:graphicFrameMkLst>
            <pc:docMk/>
            <pc:sldMk cId="0" sldId="256"/>
            <ac:graphicFrameMk id="7" creationId="{DF49C810-51BA-95A9-0EFB-C8F48B2DC0AC}"/>
          </ac:graphicFrameMkLst>
        </pc:graphicFrameChg>
      </pc:sldChg>
      <pc:sldChg chg="addSp delSp">
        <pc:chgData name="Vishwash Golakiya" userId="c29b8a48814164b5" providerId="Windows Live" clId="Web-{1D695CC5-A9A5-59DB-A674-43511DE9467D}" dt="2026-04-06T22:31:54.184" v="10"/>
        <pc:sldMkLst>
          <pc:docMk/>
          <pc:sldMk cId="0" sldId="257"/>
        </pc:sldMkLst>
        <pc:graphicFrameChg chg="add">
          <ac:chgData name="Vishwash Golakiya" userId="c29b8a48814164b5" providerId="Windows Live" clId="Web-{1D695CC5-A9A5-59DB-A674-43511DE9467D}" dt="2026-04-06T22:31:54.184" v="10"/>
          <ac:graphicFrameMkLst>
            <pc:docMk/>
            <pc:sldMk cId="0" sldId="257"/>
            <ac:graphicFrameMk id="5" creationId="{3BF5F9DD-84B4-8DFE-D5BA-50350F8C46F9}"/>
          </ac:graphicFrameMkLst>
        </pc:graphicFrameChg>
      </pc:sldChg>
      <pc:sldChg chg="addSp delSp">
        <pc:chgData name="Vishwash Golakiya" userId="c29b8a48814164b5" providerId="Windows Live" clId="Web-{1D695CC5-A9A5-59DB-A674-43511DE9467D}" dt="2026-04-06T22:32:09.293" v="11"/>
        <pc:sldMkLst>
          <pc:docMk/>
          <pc:sldMk cId="0" sldId="258"/>
        </pc:sldMkLst>
        <pc:graphicFrameChg chg="add">
          <ac:chgData name="Vishwash Golakiya" userId="c29b8a48814164b5" providerId="Windows Live" clId="Web-{1D695CC5-A9A5-59DB-A674-43511DE9467D}" dt="2026-04-06T22:32:09.293" v="11"/>
          <ac:graphicFrameMkLst>
            <pc:docMk/>
            <pc:sldMk cId="0" sldId="258"/>
            <ac:graphicFrameMk id="5" creationId="{7B5D0CB6-23E7-943B-4030-2C118F0E4CA6}"/>
          </ac:graphicFrameMkLst>
        </pc:graphicFrameChg>
      </pc:sldChg>
      <pc:sldChg chg="addSp delSp modSp mod setBg">
        <pc:chgData name="Vishwash Golakiya" userId="c29b8a48814164b5" providerId="Windows Live" clId="Web-{1D695CC5-A9A5-59DB-A674-43511DE9467D}" dt="2026-04-06T22:32:19.481" v="14"/>
        <pc:sldMkLst>
          <pc:docMk/>
          <pc:sldMk cId="0" sldId="259"/>
        </pc:sldMkLst>
        <pc:spChg chg="mod">
          <ac:chgData name="Vishwash Golakiya" userId="c29b8a48814164b5" providerId="Windows Live" clId="Web-{1D695CC5-A9A5-59DB-A674-43511DE9467D}" dt="2026-04-06T22:32:19.481" v="14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shwash Golakiya" userId="c29b8a48814164b5" providerId="Windows Live" clId="Web-{1D695CC5-A9A5-59DB-A674-43511DE9467D}" dt="2026-04-06T22:32:19.481" v="14"/>
          <ac:spMkLst>
            <pc:docMk/>
            <pc:sldMk cId="0" sldId="259"/>
            <ac:spMk id="3" creationId="{00000000-0000-0000-0000-000000000000}"/>
          </ac:spMkLst>
        </pc:spChg>
        <pc:picChg chg="add">
          <ac:chgData name="Vishwash Golakiya" userId="c29b8a48814164b5" providerId="Windows Live" clId="Web-{1D695CC5-A9A5-59DB-A674-43511DE9467D}" dt="2026-04-06T22:32:19.481" v="14"/>
          <ac:picMkLst>
            <pc:docMk/>
            <pc:sldMk cId="0" sldId="259"/>
            <ac:picMk id="17" creationId="{DA1E2B29-F13A-EF08-6C83-11118054FE31}"/>
          </ac:picMkLst>
        </pc:picChg>
      </pc:sldChg>
      <pc:sldChg chg="addSp delSp modSp mod setBg">
        <pc:chgData name="Vishwash Golakiya" userId="c29b8a48814164b5" providerId="Windows Live" clId="Web-{1D695CC5-A9A5-59DB-A674-43511DE9467D}" dt="2026-04-06T22:28:37.231" v="6"/>
        <pc:sldMkLst>
          <pc:docMk/>
          <pc:sldMk cId="0" sldId="260"/>
        </pc:sldMkLst>
        <pc:spChg chg="mod">
          <ac:chgData name="Vishwash Golakiya" userId="c29b8a48814164b5" providerId="Windows Live" clId="Web-{1D695CC5-A9A5-59DB-A674-43511DE9467D}" dt="2026-04-06T22:28:37.200" v="5"/>
          <ac:spMkLst>
            <pc:docMk/>
            <pc:sldMk cId="0" sldId="260"/>
            <ac:spMk id="2" creationId="{00000000-0000-0000-0000-000000000000}"/>
          </ac:spMkLst>
        </pc:spChg>
        <pc:graphicFrameChg chg="add">
          <ac:chgData name="Vishwash Golakiya" userId="c29b8a48814164b5" providerId="Windows Live" clId="Web-{1D695CC5-A9A5-59DB-A674-43511DE9467D}" dt="2026-04-06T22:28:37.231" v="6"/>
          <ac:graphicFrameMkLst>
            <pc:docMk/>
            <pc:sldMk cId="0" sldId="260"/>
            <ac:graphicFrameMk id="21" creationId="{3E94117B-3A9D-3B70-DC07-4A3B0D716242}"/>
          </ac:graphicFrameMkLst>
        </pc:graphicFrameChg>
      </pc:sldChg>
      <pc:sldChg chg="addSp delSp">
        <pc:chgData name="Vishwash Golakiya" userId="c29b8a48814164b5" providerId="Windows Live" clId="Web-{1D695CC5-A9A5-59DB-A674-43511DE9467D}" dt="2026-04-06T22:32:33.121" v="15"/>
        <pc:sldMkLst>
          <pc:docMk/>
          <pc:sldMk cId="0" sldId="261"/>
        </pc:sldMkLst>
        <pc:graphicFrameChg chg="add">
          <ac:chgData name="Vishwash Golakiya" userId="c29b8a48814164b5" providerId="Windows Live" clId="Web-{1D695CC5-A9A5-59DB-A674-43511DE9467D}" dt="2026-04-06T22:32:33.121" v="15"/>
          <ac:graphicFrameMkLst>
            <pc:docMk/>
            <pc:sldMk cId="0" sldId="261"/>
            <ac:graphicFrameMk id="5" creationId="{BE893BFA-55AC-838F-A169-683685328293}"/>
          </ac:graphicFrameMkLst>
        </pc:graphicFrameChg>
      </pc:sldChg>
      <pc:sldChg chg="addSp modSp mod setBg">
        <pc:chgData name="Vishwash Golakiya" userId="c29b8a48814164b5" providerId="Windows Live" clId="Web-{1D695CC5-A9A5-59DB-A674-43511DE9467D}" dt="2026-04-06T22:32:46.887" v="16"/>
        <pc:sldMkLst>
          <pc:docMk/>
          <pc:sldMk cId="0" sldId="262"/>
        </pc:sldMkLst>
        <pc:spChg chg="mod">
          <ac:chgData name="Vishwash Golakiya" userId="c29b8a48814164b5" providerId="Windows Live" clId="Web-{1D695CC5-A9A5-59DB-A674-43511DE9467D}" dt="2026-04-06T22:32:46.887" v="16"/>
          <ac:spMkLst>
            <pc:docMk/>
            <pc:sldMk cId="0" sldId="262"/>
            <ac:spMk id="2" creationId="{00000000-0000-0000-0000-000000000000}"/>
          </ac:spMkLst>
        </pc:spChg>
        <pc:spChg chg="mod">
          <ac:chgData name="Vishwash Golakiya" userId="c29b8a48814164b5" providerId="Windows Live" clId="Web-{1D695CC5-A9A5-59DB-A674-43511DE9467D}" dt="2026-04-06T22:32:46.887" v="16"/>
          <ac:spMkLst>
            <pc:docMk/>
            <pc:sldMk cId="0" sldId="262"/>
            <ac:spMk id="3" creationId="{00000000-0000-0000-0000-000000000000}"/>
          </ac:spMkLst>
        </pc:spChg>
        <pc:picChg chg="add">
          <ac:chgData name="Vishwash Golakiya" userId="c29b8a48814164b5" providerId="Windows Live" clId="Web-{1D695CC5-A9A5-59DB-A674-43511DE9467D}" dt="2026-04-06T22:32:46.887" v="16"/>
          <ac:picMkLst>
            <pc:docMk/>
            <pc:sldMk cId="0" sldId="262"/>
            <ac:picMk id="5" creationId="{69810200-AE12-E524-8C0A-F474E1D3991E}"/>
          </ac:picMkLst>
        </pc:picChg>
      </pc:sldChg>
      <pc:sldChg chg="addSp delSp modSp mod setBg">
        <pc:chgData name="Vishwash Golakiya" userId="c29b8a48814164b5" providerId="Windows Live" clId="Web-{1D695CC5-A9A5-59DB-A674-43511DE9467D}" dt="2026-04-06T22:32:58.027" v="17"/>
        <pc:sldMkLst>
          <pc:docMk/>
          <pc:sldMk cId="0" sldId="263"/>
        </pc:sldMkLst>
        <pc:spChg chg="mod">
          <ac:chgData name="Vishwash Golakiya" userId="c29b8a48814164b5" providerId="Windows Live" clId="Web-{1D695CC5-A9A5-59DB-A674-43511DE9467D}" dt="2026-04-06T22:32:58.027" v="17"/>
          <ac:spMkLst>
            <pc:docMk/>
            <pc:sldMk cId="0" sldId="263"/>
            <ac:spMk id="2" creationId="{00000000-0000-0000-0000-000000000000}"/>
          </ac:spMkLst>
        </pc:spChg>
        <pc:spChg chg="add">
          <ac:chgData name="Vishwash Golakiya" userId="c29b8a48814164b5" providerId="Windows Live" clId="Web-{1D695CC5-A9A5-59DB-A674-43511DE9467D}" dt="2026-04-06T22:32:58.027" v="17"/>
          <ac:spMkLst>
            <pc:docMk/>
            <pc:sldMk cId="0" sldId="263"/>
            <ac:spMk id="9" creationId="{D9A7F3BF-8763-4074-AD77-92790AF314D1}"/>
          </ac:spMkLst>
        </pc:spChg>
        <pc:grpChg chg="add">
          <ac:chgData name="Vishwash Golakiya" userId="c29b8a48814164b5" providerId="Windows Live" clId="Web-{1D695CC5-A9A5-59DB-A674-43511DE9467D}" dt="2026-04-06T22:32:58.027" v="17"/>
          <ac:grpSpMkLst>
            <pc:docMk/>
            <pc:sldMk cId="0" sldId="263"/>
            <ac:grpSpMk id="11" creationId="{7A9648D6-B41B-42D0-A817-AE2607B0B5B8}"/>
          </ac:grpSpMkLst>
        </pc:grpChg>
        <pc:graphicFrameChg chg="add">
          <ac:chgData name="Vishwash Golakiya" userId="c29b8a48814164b5" providerId="Windows Live" clId="Web-{1D695CC5-A9A5-59DB-A674-43511DE9467D}" dt="2026-04-06T22:32:58.027" v="17"/>
          <ac:graphicFrameMkLst>
            <pc:docMk/>
            <pc:sldMk cId="0" sldId="263"/>
            <ac:graphicFrameMk id="5" creationId="{FB499B2F-5044-3299-6733-2F1474CDB045}"/>
          </ac:graphicFrameMkLst>
        </pc:graphicFrameChg>
        <pc:cxnChg chg="add">
          <ac:chgData name="Vishwash Golakiya" userId="c29b8a48814164b5" providerId="Windows Live" clId="Web-{1D695CC5-A9A5-59DB-A674-43511DE9467D}" dt="2026-04-06T22:32:58.027" v="17"/>
          <ac:cxnSpMkLst>
            <pc:docMk/>
            <pc:sldMk cId="0" sldId="263"/>
            <ac:cxnSpMk id="16" creationId="{C49DA8F6-BCC1-4447-B54C-57856834B94B}"/>
          </ac:cxnSpMkLst>
        </pc:cxnChg>
      </pc:sldChg>
      <pc:sldChg chg="addSp modSp mod setBg">
        <pc:chgData name="Vishwash Golakiya" userId="c29b8a48814164b5" providerId="Windows Live" clId="Web-{1D695CC5-A9A5-59DB-A674-43511DE9467D}" dt="2026-04-06T22:34:14.730" v="22"/>
        <pc:sldMkLst>
          <pc:docMk/>
          <pc:sldMk cId="0" sldId="264"/>
        </pc:sldMkLst>
        <pc:spChg chg="mod">
          <ac:chgData name="Vishwash Golakiya" userId="c29b8a48814164b5" providerId="Windows Live" clId="Web-{1D695CC5-A9A5-59DB-A674-43511DE9467D}" dt="2026-04-06T22:34:14.730" v="22"/>
          <ac:spMkLst>
            <pc:docMk/>
            <pc:sldMk cId="0" sldId="264"/>
            <ac:spMk id="2" creationId="{00000000-0000-0000-0000-000000000000}"/>
          </ac:spMkLst>
        </pc:spChg>
        <pc:spChg chg="mod">
          <ac:chgData name="Vishwash Golakiya" userId="c29b8a48814164b5" providerId="Windows Live" clId="Web-{1D695CC5-A9A5-59DB-A674-43511DE9467D}" dt="2026-04-06T22:34:14.730" v="22"/>
          <ac:spMkLst>
            <pc:docMk/>
            <pc:sldMk cId="0" sldId="264"/>
            <ac:spMk id="3" creationId="{00000000-0000-0000-0000-000000000000}"/>
          </ac:spMkLst>
        </pc:spChg>
        <pc:picChg chg="add">
          <ac:chgData name="Vishwash Golakiya" userId="c29b8a48814164b5" providerId="Windows Live" clId="Web-{1D695CC5-A9A5-59DB-A674-43511DE9467D}" dt="2026-04-06T22:34:14.730" v="22"/>
          <ac:picMkLst>
            <pc:docMk/>
            <pc:sldMk cId="0" sldId="264"/>
            <ac:picMk id="5" creationId="{0D2506D3-E162-F7C9-2E3E-6789C382EB1E}"/>
          </ac:picMkLst>
        </pc:picChg>
      </pc:sldChg>
      <pc:sldChg chg="addSp delSp">
        <pc:chgData name="Vishwash Golakiya" userId="c29b8a48814164b5" providerId="Windows Live" clId="Web-{1D695CC5-A9A5-59DB-A674-43511DE9467D}" dt="2026-04-06T22:34:37.636" v="23"/>
        <pc:sldMkLst>
          <pc:docMk/>
          <pc:sldMk cId="0" sldId="265"/>
        </pc:sldMkLst>
        <pc:graphicFrameChg chg="add">
          <ac:chgData name="Vishwash Golakiya" userId="c29b8a48814164b5" providerId="Windows Live" clId="Web-{1D695CC5-A9A5-59DB-A674-43511DE9467D}" dt="2026-04-06T22:34:37.636" v="23"/>
          <ac:graphicFrameMkLst>
            <pc:docMk/>
            <pc:sldMk cId="0" sldId="265"/>
            <ac:graphicFrameMk id="5" creationId="{68F792C2-40B1-B042-945A-114D6B9D1630}"/>
          </ac:graphicFrameMkLst>
        </pc:graphicFrameChg>
      </pc:sldChg>
    </pc:docChg>
  </pc:docChgLst>
  <pc:docChgLst>
    <pc:chgData name="Guest User" providerId="Windows Live" clId="Web-{6B764659-7445-0AF8-83A6-99BCCE80F0C1}"/>
    <pc:docChg chg="delSld modSld">
      <pc:chgData name="Guest User" userId="" providerId="Windows Live" clId="Web-{6B764659-7445-0AF8-83A6-99BCCE80F0C1}" dt="2026-04-06T22:27:32.704" v="1" actId="20577"/>
      <pc:docMkLst>
        <pc:docMk/>
      </pc:docMkLst>
      <pc:sldChg chg="modSp">
        <pc:chgData name="Guest User" userId="" providerId="Windows Live" clId="Web-{6B764659-7445-0AF8-83A6-99BCCE80F0C1}" dt="2026-04-06T22:27:32.704" v="1" actId="20577"/>
        <pc:sldMkLst>
          <pc:docMk/>
          <pc:sldMk cId="0" sldId="259"/>
        </pc:sldMkLst>
        <pc:spChg chg="mod">
          <ac:chgData name="Guest User" userId="" providerId="Windows Live" clId="Web-{6B764659-7445-0AF8-83A6-99BCCE80F0C1}" dt="2026-04-06T22:27:32.704" v="1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  <pc:docChgLst>
    <pc:chgData name="Vishwash Golakiya" userId="c29b8a48814164b5" providerId="Windows Live" clId="Web-{D76184F9-3A0E-D55A-4FEA-957C8A9DAA84}"/>
    <pc:docChg chg="modSld">
      <pc:chgData name="Vishwash Golakiya" userId="c29b8a48814164b5" providerId="Windows Live" clId="Web-{D76184F9-3A0E-D55A-4FEA-957C8A9DAA84}" dt="2026-04-08T00:56:18.006" v="1" actId="20577"/>
      <pc:docMkLst>
        <pc:docMk/>
      </pc:docMkLst>
      <pc:sldChg chg="modSp">
        <pc:chgData name="Vishwash Golakiya" userId="c29b8a48814164b5" providerId="Windows Live" clId="Web-{D76184F9-3A0E-D55A-4FEA-957C8A9DAA84}" dt="2026-04-08T00:56:18.006" v="1" actId="20577"/>
        <pc:sldMkLst>
          <pc:docMk/>
          <pc:sldMk cId="0" sldId="264"/>
        </pc:sldMkLst>
        <pc:spChg chg="mod">
          <ac:chgData name="Vishwash Golakiya" userId="c29b8a48814164b5" providerId="Windows Live" clId="Web-{D76184F9-3A0E-D55A-4FEA-957C8A9DAA84}" dt="2026-04-08T00:56:18.006" v="1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  <pc:docChgLst>
    <pc:chgData name="Guest User" providerId="Windows Live" clId="Web-{B4519239-DA55-5C20-982D-0960A6FCE52C}"/>
    <pc:docChg chg="modSld">
      <pc:chgData name="Guest User" userId="" providerId="Windows Live" clId="Web-{B4519239-DA55-5C20-982D-0960A6FCE52C}" dt="2026-04-06T22:27:11.695" v="74" actId="20577"/>
      <pc:docMkLst>
        <pc:docMk/>
      </pc:docMkLst>
      <pc:sldChg chg="modSp">
        <pc:chgData name="Guest User" userId="" providerId="Windows Live" clId="Web-{B4519239-DA55-5C20-982D-0960A6FCE52C}" dt="2026-04-06T22:21:23.757" v="5" actId="20577"/>
        <pc:sldMkLst>
          <pc:docMk/>
          <pc:sldMk cId="0" sldId="258"/>
        </pc:sldMkLst>
      </pc:sldChg>
      <pc:sldChg chg="modSp">
        <pc:chgData name="Guest User" userId="" providerId="Windows Live" clId="Web-{B4519239-DA55-5C20-982D-0960A6FCE52C}" dt="2026-04-06T22:21:34.070" v="16" actId="20577"/>
        <pc:sldMkLst>
          <pc:docMk/>
          <pc:sldMk cId="0" sldId="260"/>
        </pc:sldMkLst>
      </pc:sldChg>
      <pc:sldChg chg="modSp">
        <pc:chgData name="Guest User" userId="" providerId="Windows Live" clId="Web-{B4519239-DA55-5C20-982D-0960A6FCE52C}" dt="2026-04-06T22:21:40.258" v="23" actId="20577"/>
        <pc:sldMkLst>
          <pc:docMk/>
          <pc:sldMk cId="0" sldId="261"/>
        </pc:sldMkLst>
      </pc:sldChg>
      <pc:sldChg chg="modSp">
        <pc:chgData name="Guest User" userId="" providerId="Windows Live" clId="Web-{B4519239-DA55-5C20-982D-0960A6FCE52C}" dt="2026-04-06T22:22:18.589" v="40" actId="20577"/>
        <pc:sldMkLst>
          <pc:docMk/>
          <pc:sldMk cId="0" sldId="262"/>
        </pc:sldMkLst>
        <pc:spChg chg="mod">
          <ac:chgData name="Guest User" userId="" providerId="Windows Live" clId="Web-{B4519239-DA55-5C20-982D-0960A6FCE52C}" dt="2026-04-06T22:22:18.589" v="4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Guest User" userId="" providerId="Windows Live" clId="Web-{B4519239-DA55-5C20-982D-0960A6FCE52C}" dt="2026-04-06T22:27:11.695" v="74" actId="20577"/>
        <pc:sldMkLst>
          <pc:docMk/>
          <pc:sldMk cId="0" sldId="264"/>
        </pc:sldMkLst>
        <pc:spChg chg="mod">
          <ac:chgData name="Guest User" userId="" providerId="Windows Live" clId="Web-{B4519239-DA55-5C20-982D-0960A6FCE52C}" dt="2026-04-06T22:27:11.695" v="7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Guest User" userId="" providerId="Windows Live" clId="Web-{B4519239-DA55-5C20-982D-0960A6FCE52C}" dt="2026-04-06T22:22:39.652" v="55" actId="20577"/>
        <pc:sldMkLst>
          <pc:docMk/>
          <pc:sldMk cId="0" sldId="265"/>
        </pc:sldMkLst>
      </pc:sldChg>
    </pc:docChg>
  </pc:docChgLst>
  <pc:docChgLst>
    <pc:chgData name="Vishwash Golakiya" userId="c29b8a48814164b5" providerId="Windows Live" clId="Web-{D135EF8B-0318-4EC1-2830-7B7F2885E8F3}"/>
    <pc:docChg chg="modSld">
      <pc:chgData name="Vishwash Golakiya" userId="c29b8a48814164b5" providerId="Windows Live" clId="Web-{D135EF8B-0318-4EC1-2830-7B7F2885E8F3}" dt="2026-04-08T00:51:07.842" v="0"/>
      <pc:docMkLst>
        <pc:docMk/>
      </pc:docMkLst>
      <pc:sldChg chg="addSp delSp">
        <pc:chgData name="Vishwash Golakiya" userId="c29b8a48814164b5" providerId="Windows Live" clId="Web-{D135EF8B-0318-4EC1-2830-7B7F2885E8F3}" dt="2026-04-08T00:51:07.842" v="0"/>
        <pc:sldMkLst>
          <pc:docMk/>
          <pc:sldMk cId="2251847000" sldId="269"/>
        </pc:sldMkLst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8" creationId="{F3060C83-F051-4F0E-ABAD-AA0DFC48B218}"/>
          </ac:spMkLst>
        </pc:spChg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10" creationId="{83C98ABE-055B-441F-B07E-44F97F083C39}"/>
          </ac:spMkLst>
        </pc:spChg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12" creationId="{29FDB030-9B49-4CED-8CCD-4D99382388AC}"/>
          </ac:spMkLst>
        </pc:spChg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14" creationId="{3783CA14-24A1-485C-8B30-D6A5D87987AD}"/>
          </ac:spMkLst>
        </pc:spChg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16" creationId="{9A97C86A-04D6-40F7-AE84-31AB43E6A846}"/>
          </ac:spMkLst>
        </pc:spChg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18" creationId="{FF9F2414-84E8-453E-B1F3-389FDE8192D9}"/>
          </ac:spMkLst>
        </pc:spChg>
        <pc:spChg chg="del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20" creationId="{3ECA69A1-7536-43AC-85EF-C7106179F5ED}"/>
          </ac:spMkLst>
        </pc:spChg>
        <pc:spChg chg="add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25" creationId="{2215C6C6-E45C-4179-9FC1-E8A4C1D47430}"/>
          </ac:spMkLst>
        </pc:spChg>
        <pc:spChg chg="add">
          <ac:chgData name="Vishwash Golakiya" userId="c29b8a48814164b5" providerId="Windows Live" clId="Web-{D135EF8B-0318-4EC1-2830-7B7F2885E8F3}" dt="2026-04-08T00:51:07.842" v="0"/>
          <ac:spMkLst>
            <pc:docMk/>
            <pc:sldMk cId="2251847000" sldId="269"/>
            <ac:spMk id="31" creationId="{3776B14B-F2F4-4825-8DA8-8C7A0F2B3960}"/>
          </ac:spMkLst>
        </pc:spChg>
        <pc:grpChg chg="add">
          <ac:chgData name="Vishwash Golakiya" userId="c29b8a48814164b5" providerId="Windows Live" clId="Web-{D135EF8B-0318-4EC1-2830-7B7F2885E8F3}" dt="2026-04-08T00:51:07.842" v="0"/>
          <ac:grpSpMkLst>
            <pc:docMk/>
            <pc:sldMk cId="2251847000" sldId="269"/>
            <ac:grpSpMk id="27" creationId="{5FE9FE4C-C9E0-4C54-8010-EA9D29CD4D59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AF6C3-56FE-49CC-A067-16BC5E0A013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E10D5E0-EEF8-42C2-B772-D1C799218B8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Project Pitch</a:t>
          </a:r>
        </a:p>
      </dgm:t>
    </dgm:pt>
    <dgm:pt modelId="{974A6797-2FE5-4A0E-8E51-52C02273443F}" type="parTrans" cxnId="{68EAF37D-082D-4A91-BA52-649598A7F92E}">
      <dgm:prSet/>
      <dgm:spPr/>
      <dgm:t>
        <a:bodyPr/>
        <a:lstStyle/>
        <a:p>
          <a:endParaRPr lang="en-US"/>
        </a:p>
      </dgm:t>
    </dgm:pt>
    <dgm:pt modelId="{64276C50-67D1-4001-B737-3E1BC97A2C3F}" type="sibTrans" cxnId="{68EAF37D-082D-4A91-BA52-649598A7F92E}">
      <dgm:prSet/>
      <dgm:spPr/>
      <dgm:t>
        <a:bodyPr/>
        <a:lstStyle/>
        <a:p>
          <a:endParaRPr lang="en-US"/>
        </a:p>
      </dgm:t>
    </dgm:pt>
    <dgm:pt modelId="{C5349F1E-533A-4AFF-BC84-2856D2F74A2E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alibri"/>
            </a:rPr>
            <a:t>Group 1</a:t>
          </a:r>
          <a:endParaRPr lang="en-US"/>
        </a:p>
      </dgm:t>
    </dgm:pt>
    <dgm:pt modelId="{883B4556-8EAD-46FD-9E1D-DD5069FE74BE}" type="parTrans" cxnId="{C9E4E7B5-6E44-4A6F-8E9A-21B23CE06FBE}">
      <dgm:prSet/>
      <dgm:spPr/>
      <dgm:t>
        <a:bodyPr/>
        <a:lstStyle/>
        <a:p>
          <a:endParaRPr lang="en-US"/>
        </a:p>
      </dgm:t>
    </dgm:pt>
    <dgm:pt modelId="{148E2972-43F1-4A72-81EC-EBBC2AC21966}" type="sibTrans" cxnId="{C9E4E7B5-6E44-4A6F-8E9A-21B23CE06FBE}">
      <dgm:prSet/>
      <dgm:spPr/>
      <dgm:t>
        <a:bodyPr/>
        <a:lstStyle/>
        <a:p>
          <a:endParaRPr lang="en-US"/>
        </a:p>
      </dgm:t>
    </dgm:pt>
    <dgm:pt modelId="{A6CE272D-0C96-4AA1-A448-FFB85A768B4E}" type="pres">
      <dgm:prSet presAssocID="{C67AF6C3-56FE-49CC-A067-16BC5E0A0133}" presName="root" presStyleCnt="0">
        <dgm:presLayoutVars>
          <dgm:dir/>
          <dgm:resizeHandles val="exact"/>
        </dgm:presLayoutVars>
      </dgm:prSet>
      <dgm:spPr/>
    </dgm:pt>
    <dgm:pt modelId="{2902C0F1-EFDB-4735-9743-EB1E95B020E7}" type="pres">
      <dgm:prSet presAssocID="{0E10D5E0-EEF8-42C2-B772-D1C799218B8A}" presName="compNode" presStyleCnt="0"/>
      <dgm:spPr/>
    </dgm:pt>
    <dgm:pt modelId="{083C0194-49B4-4081-9266-FAB543745A7F}" type="pres">
      <dgm:prSet presAssocID="{0E10D5E0-EEF8-42C2-B772-D1C799218B8A}" presName="iconBgRect" presStyleLbl="bgShp" presStyleIdx="0" presStyleCnt="2"/>
      <dgm:spPr/>
    </dgm:pt>
    <dgm:pt modelId="{778EE042-7F28-4DD4-B73B-1EE20D3AC538}" type="pres">
      <dgm:prSet presAssocID="{0E10D5E0-EEF8-42C2-B772-D1C799218B8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B43D147F-99F9-4B63-AF4C-900B73122FBF}" type="pres">
      <dgm:prSet presAssocID="{0E10D5E0-EEF8-42C2-B772-D1C799218B8A}" presName="spaceRect" presStyleCnt="0"/>
      <dgm:spPr/>
    </dgm:pt>
    <dgm:pt modelId="{91D7BC27-E756-49AB-8409-6D465F1050F1}" type="pres">
      <dgm:prSet presAssocID="{0E10D5E0-EEF8-42C2-B772-D1C799218B8A}" presName="textRect" presStyleLbl="revTx" presStyleIdx="0" presStyleCnt="2">
        <dgm:presLayoutVars>
          <dgm:chMax val="1"/>
          <dgm:chPref val="1"/>
        </dgm:presLayoutVars>
      </dgm:prSet>
      <dgm:spPr/>
    </dgm:pt>
    <dgm:pt modelId="{5D311D0D-AB49-4335-9A76-CE4F50ED2F06}" type="pres">
      <dgm:prSet presAssocID="{64276C50-67D1-4001-B737-3E1BC97A2C3F}" presName="sibTrans" presStyleCnt="0"/>
      <dgm:spPr/>
    </dgm:pt>
    <dgm:pt modelId="{07F5E7F0-B7B5-414E-9806-56E15C688FF4}" type="pres">
      <dgm:prSet presAssocID="{C5349F1E-533A-4AFF-BC84-2856D2F74A2E}" presName="compNode" presStyleCnt="0"/>
      <dgm:spPr/>
    </dgm:pt>
    <dgm:pt modelId="{FF702A21-BF06-4D93-A1EE-83F20D853A5C}" type="pres">
      <dgm:prSet presAssocID="{C5349F1E-533A-4AFF-BC84-2856D2F74A2E}" presName="iconBgRect" presStyleLbl="bgShp" presStyleIdx="1" presStyleCnt="2"/>
      <dgm:spPr/>
    </dgm:pt>
    <dgm:pt modelId="{615BB0EF-838C-45E5-A37F-86B66EF16323}" type="pres">
      <dgm:prSet presAssocID="{C5349F1E-533A-4AFF-BC84-2856D2F74A2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518E045-04BF-43A6-8E09-39F74F55E169}" type="pres">
      <dgm:prSet presAssocID="{C5349F1E-533A-4AFF-BC84-2856D2F74A2E}" presName="spaceRect" presStyleCnt="0"/>
      <dgm:spPr/>
    </dgm:pt>
    <dgm:pt modelId="{6CB0A489-AC2D-4A4C-91D8-B655F7E22BE4}" type="pres">
      <dgm:prSet presAssocID="{C5349F1E-533A-4AFF-BC84-2856D2F74A2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F101B2C-BD44-4A9F-B495-F35F3812116E}" type="presOf" srcId="{C67AF6C3-56FE-49CC-A067-16BC5E0A0133}" destId="{A6CE272D-0C96-4AA1-A448-FFB85A768B4E}" srcOrd="0" destOrd="0" presId="urn:microsoft.com/office/officeart/2018/5/layout/IconCircleLabelList"/>
    <dgm:cxn modelId="{68EAF37D-082D-4A91-BA52-649598A7F92E}" srcId="{C67AF6C3-56FE-49CC-A067-16BC5E0A0133}" destId="{0E10D5E0-EEF8-42C2-B772-D1C799218B8A}" srcOrd="0" destOrd="0" parTransId="{974A6797-2FE5-4A0E-8E51-52C02273443F}" sibTransId="{64276C50-67D1-4001-B737-3E1BC97A2C3F}"/>
    <dgm:cxn modelId="{7A70DC92-957F-426B-B4BE-DA0AAC5D863D}" type="presOf" srcId="{C5349F1E-533A-4AFF-BC84-2856D2F74A2E}" destId="{6CB0A489-AC2D-4A4C-91D8-B655F7E22BE4}" srcOrd="0" destOrd="0" presId="urn:microsoft.com/office/officeart/2018/5/layout/IconCircleLabelList"/>
    <dgm:cxn modelId="{A839B4B2-D2E6-4187-9735-F1D0A55A4EDA}" type="presOf" srcId="{0E10D5E0-EEF8-42C2-B772-D1C799218B8A}" destId="{91D7BC27-E756-49AB-8409-6D465F1050F1}" srcOrd="0" destOrd="0" presId="urn:microsoft.com/office/officeart/2018/5/layout/IconCircleLabelList"/>
    <dgm:cxn modelId="{C9E4E7B5-6E44-4A6F-8E9A-21B23CE06FBE}" srcId="{C67AF6C3-56FE-49CC-A067-16BC5E0A0133}" destId="{C5349F1E-533A-4AFF-BC84-2856D2F74A2E}" srcOrd="1" destOrd="0" parTransId="{883B4556-8EAD-46FD-9E1D-DD5069FE74BE}" sibTransId="{148E2972-43F1-4A72-81EC-EBBC2AC21966}"/>
    <dgm:cxn modelId="{CFBF669E-D87A-4578-9CD8-A8A4FAFBA3B5}" type="presParOf" srcId="{A6CE272D-0C96-4AA1-A448-FFB85A768B4E}" destId="{2902C0F1-EFDB-4735-9743-EB1E95B020E7}" srcOrd="0" destOrd="0" presId="urn:microsoft.com/office/officeart/2018/5/layout/IconCircleLabelList"/>
    <dgm:cxn modelId="{9522AAD2-E51B-4062-BB29-C7E346DB05C1}" type="presParOf" srcId="{2902C0F1-EFDB-4735-9743-EB1E95B020E7}" destId="{083C0194-49B4-4081-9266-FAB543745A7F}" srcOrd="0" destOrd="0" presId="urn:microsoft.com/office/officeart/2018/5/layout/IconCircleLabelList"/>
    <dgm:cxn modelId="{DACAE8B3-9E3B-43F5-9800-A41B460CBD54}" type="presParOf" srcId="{2902C0F1-EFDB-4735-9743-EB1E95B020E7}" destId="{778EE042-7F28-4DD4-B73B-1EE20D3AC538}" srcOrd="1" destOrd="0" presId="urn:microsoft.com/office/officeart/2018/5/layout/IconCircleLabelList"/>
    <dgm:cxn modelId="{9C924056-9C92-46AE-BD90-1A53B130081A}" type="presParOf" srcId="{2902C0F1-EFDB-4735-9743-EB1E95B020E7}" destId="{B43D147F-99F9-4B63-AF4C-900B73122FBF}" srcOrd="2" destOrd="0" presId="urn:microsoft.com/office/officeart/2018/5/layout/IconCircleLabelList"/>
    <dgm:cxn modelId="{72DBFA16-4B7F-4264-AE73-E5444232D609}" type="presParOf" srcId="{2902C0F1-EFDB-4735-9743-EB1E95B020E7}" destId="{91D7BC27-E756-49AB-8409-6D465F1050F1}" srcOrd="3" destOrd="0" presId="urn:microsoft.com/office/officeart/2018/5/layout/IconCircleLabelList"/>
    <dgm:cxn modelId="{06362D63-C770-4D9F-82AA-EF6BEC593CA8}" type="presParOf" srcId="{A6CE272D-0C96-4AA1-A448-FFB85A768B4E}" destId="{5D311D0D-AB49-4335-9A76-CE4F50ED2F06}" srcOrd="1" destOrd="0" presId="urn:microsoft.com/office/officeart/2018/5/layout/IconCircleLabelList"/>
    <dgm:cxn modelId="{7A6F20E6-6DD0-446B-A9D4-920AB2C8C689}" type="presParOf" srcId="{A6CE272D-0C96-4AA1-A448-FFB85A768B4E}" destId="{07F5E7F0-B7B5-414E-9806-56E15C688FF4}" srcOrd="2" destOrd="0" presId="urn:microsoft.com/office/officeart/2018/5/layout/IconCircleLabelList"/>
    <dgm:cxn modelId="{0C9157F2-5265-413E-A6DC-77B14CC1FDE7}" type="presParOf" srcId="{07F5E7F0-B7B5-414E-9806-56E15C688FF4}" destId="{FF702A21-BF06-4D93-A1EE-83F20D853A5C}" srcOrd="0" destOrd="0" presId="urn:microsoft.com/office/officeart/2018/5/layout/IconCircleLabelList"/>
    <dgm:cxn modelId="{2CDE1DAC-6E78-47DB-970B-01A59D4C2BD6}" type="presParOf" srcId="{07F5E7F0-B7B5-414E-9806-56E15C688FF4}" destId="{615BB0EF-838C-45E5-A37F-86B66EF16323}" srcOrd="1" destOrd="0" presId="urn:microsoft.com/office/officeart/2018/5/layout/IconCircleLabelList"/>
    <dgm:cxn modelId="{60F46790-9030-494D-8F02-569637B44D8B}" type="presParOf" srcId="{07F5E7F0-B7B5-414E-9806-56E15C688FF4}" destId="{7518E045-04BF-43A6-8E09-39F74F55E169}" srcOrd="2" destOrd="0" presId="urn:microsoft.com/office/officeart/2018/5/layout/IconCircleLabelList"/>
    <dgm:cxn modelId="{5F793073-2ECA-415B-97AB-D40F1680FA39}" type="presParOf" srcId="{07F5E7F0-B7B5-414E-9806-56E15C688FF4}" destId="{6CB0A489-AC2D-4A4C-91D8-B655F7E22BE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5E9257-59B8-4128-B74C-061351E3315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A92573-1C8E-4B38-800E-7D23D972A309}">
      <dgm:prSet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1600" b="0">
              <a:ea typeface="+mn-ea"/>
              <a:cs typeface="+mn-cs"/>
            </a:rPr>
            <a:t>Many people need items only temporarily (tools, equipment, etc.) </a:t>
          </a:r>
        </a:p>
      </dgm:t>
    </dgm:pt>
    <dgm:pt modelId="{007B9030-79A6-4B13-A6EC-A6AD30DC4A94}" type="parTrans" cxnId="{2087D75B-79F8-41B4-863B-DD6AE16213C0}">
      <dgm:prSet/>
      <dgm:spPr/>
      <dgm:t>
        <a:bodyPr/>
        <a:lstStyle/>
        <a:p>
          <a:endParaRPr lang="en-US"/>
        </a:p>
      </dgm:t>
    </dgm:pt>
    <dgm:pt modelId="{563F7F73-1FCF-4DD7-9E0E-9D99E3390CF6}" type="sibTrans" cxnId="{2087D75B-79F8-41B4-863B-DD6AE16213C0}">
      <dgm:prSet/>
      <dgm:spPr/>
      <dgm:t>
        <a:bodyPr/>
        <a:lstStyle/>
        <a:p>
          <a:endParaRPr lang="en-US"/>
        </a:p>
      </dgm:t>
    </dgm:pt>
    <dgm:pt modelId="{746884E4-1637-4C6F-BE9E-0030151E6233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600" b="0">
              <a:ea typeface="+mn-ea"/>
              <a:cs typeface="+mn-cs"/>
            </a:rPr>
            <a:t>Buying is expensive, and borrowing is unreliable </a:t>
          </a:r>
        </a:p>
      </dgm:t>
    </dgm:pt>
    <dgm:pt modelId="{82320A3E-3D6B-468F-8614-7671E205C2E2}" type="parTrans" cxnId="{F9E8D331-6559-4D91-BAB0-5FE490B90CF6}">
      <dgm:prSet/>
      <dgm:spPr/>
      <dgm:t>
        <a:bodyPr/>
        <a:lstStyle/>
        <a:p>
          <a:endParaRPr lang="en-US"/>
        </a:p>
      </dgm:t>
    </dgm:pt>
    <dgm:pt modelId="{454FB117-A518-4A7C-B449-87E4B3F3D0EF}" type="sibTrans" cxnId="{F9E8D331-6559-4D91-BAB0-5FE490B90CF6}">
      <dgm:prSet/>
      <dgm:spPr/>
      <dgm:t>
        <a:bodyPr/>
        <a:lstStyle/>
        <a:p>
          <a:endParaRPr lang="en-US"/>
        </a:p>
      </dgm:t>
    </dgm:pt>
    <dgm:pt modelId="{BA98E51E-F748-4C44-AA55-813A98B2500D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600" b="0">
              <a:ea typeface="+mn-ea"/>
              <a:cs typeface="+mn-cs"/>
            </a:rPr>
            <a:t>Local rental options are limited and outdated </a:t>
          </a:r>
        </a:p>
      </dgm:t>
    </dgm:pt>
    <dgm:pt modelId="{214BC5DC-6167-4B6C-BF00-4DDC933121F4}" type="parTrans" cxnId="{D44EA06F-08EB-4AD9-93B6-5BD93B818C74}">
      <dgm:prSet/>
      <dgm:spPr/>
      <dgm:t>
        <a:bodyPr/>
        <a:lstStyle/>
        <a:p>
          <a:endParaRPr lang="en-US"/>
        </a:p>
      </dgm:t>
    </dgm:pt>
    <dgm:pt modelId="{66333A1B-3D9C-413C-A9EE-3098C7A601C7}" type="sibTrans" cxnId="{D44EA06F-08EB-4AD9-93B6-5BD93B818C74}">
      <dgm:prSet/>
      <dgm:spPr/>
      <dgm:t>
        <a:bodyPr/>
        <a:lstStyle/>
        <a:p>
          <a:endParaRPr lang="en-US"/>
        </a:p>
      </dgm:t>
    </dgm:pt>
    <dgm:pt modelId="{937A6C08-E283-430B-BCD5-FB06AA26933B}">
      <dgm:prSet phldr="0"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600" b="0">
              <a:ea typeface="+mn-ea"/>
              <a:cs typeface="+mn-cs"/>
            </a:rPr>
            <a:t>There is no easy, trustworthy platform for peer-to-peer renting</a:t>
          </a:r>
        </a:p>
      </dgm:t>
    </dgm:pt>
    <dgm:pt modelId="{90847CD7-8BEA-4556-95FD-67898E1709E5}" type="parTrans" cxnId="{A91C2D72-CC87-4471-8379-0635A58F330D}">
      <dgm:prSet/>
      <dgm:spPr/>
    </dgm:pt>
    <dgm:pt modelId="{23D25A72-A5E0-46C7-BCFE-84124B99C02C}" type="sibTrans" cxnId="{A91C2D72-CC87-4471-8379-0635A58F330D}">
      <dgm:prSet/>
      <dgm:spPr/>
    </dgm:pt>
    <dgm:pt modelId="{E7172AF9-CFC9-4F33-9943-A63FD7E6F880}" type="pres">
      <dgm:prSet presAssocID="{BC5E9257-59B8-4128-B74C-061351E331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7F2A2C-B6DE-447C-8B43-01F8C67BF1D0}" type="pres">
      <dgm:prSet presAssocID="{9BA92573-1C8E-4B38-800E-7D23D972A309}" presName="hierRoot1" presStyleCnt="0"/>
      <dgm:spPr/>
    </dgm:pt>
    <dgm:pt modelId="{9A76235A-23CD-4A6F-95AC-6CD5C1876CEE}" type="pres">
      <dgm:prSet presAssocID="{9BA92573-1C8E-4B38-800E-7D23D972A309}" presName="composite" presStyleCnt="0"/>
      <dgm:spPr/>
    </dgm:pt>
    <dgm:pt modelId="{2388D7A5-6C77-4A80-A8C1-94CEE4A37A92}" type="pres">
      <dgm:prSet presAssocID="{9BA92573-1C8E-4B38-800E-7D23D972A309}" presName="background" presStyleLbl="node0" presStyleIdx="0" presStyleCnt="4"/>
      <dgm:spPr/>
    </dgm:pt>
    <dgm:pt modelId="{FCE87686-EEFE-4EA8-9CBB-5A95D3555E9E}" type="pres">
      <dgm:prSet presAssocID="{9BA92573-1C8E-4B38-800E-7D23D972A309}" presName="text" presStyleLbl="fgAcc0" presStyleIdx="0" presStyleCnt="4">
        <dgm:presLayoutVars>
          <dgm:chPref val="3"/>
        </dgm:presLayoutVars>
      </dgm:prSet>
      <dgm:spPr/>
    </dgm:pt>
    <dgm:pt modelId="{FFC46133-6D0A-41E3-A3FB-6CF826462B15}" type="pres">
      <dgm:prSet presAssocID="{9BA92573-1C8E-4B38-800E-7D23D972A309}" presName="hierChild2" presStyleCnt="0"/>
      <dgm:spPr/>
    </dgm:pt>
    <dgm:pt modelId="{6AB7336F-5ADD-49AE-B75B-628DF618218A}" type="pres">
      <dgm:prSet presAssocID="{746884E4-1637-4C6F-BE9E-0030151E6233}" presName="hierRoot1" presStyleCnt="0"/>
      <dgm:spPr/>
    </dgm:pt>
    <dgm:pt modelId="{92337E04-BDAD-47EE-B0F3-DA4213113BC3}" type="pres">
      <dgm:prSet presAssocID="{746884E4-1637-4C6F-BE9E-0030151E6233}" presName="composite" presStyleCnt="0"/>
      <dgm:spPr/>
    </dgm:pt>
    <dgm:pt modelId="{B902FA52-8BA5-495B-ACF8-34EA89ECAC1D}" type="pres">
      <dgm:prSet presAssocID="{746884E4-1637-4C6F-BE9E-0030151E6233}" presName="background" presStyleLbl="node0" presStyleIdx="1" presStyleCnt="4"/>
      <dgm:spPr/>
    </dgm:pt>
    <dgm:pt modelId="{A714FEA3-51DB-4515-9E3A-03ECE4BE3ABD}" type="pres">
      <dgm:prSet presAssocID="{746884E4-1637-4C6F-BE9E-0030151E6233}" presName="text" presStyleLbl="fgAcc0" presStyleIdx="1" presStyleCnt="4">
        <dgm:presLayoutVars>
          <dgm:chPref val="3"/>
        </dgm:presLayoutVars>
      </dgm:prSet>
      <dgm:spPr/>
    </dgm:pt>
    <dgm:pt modelId="{A5AF006E-8EA9-4CB7-AF91-53760F49BEA7}" type="pres">
      <dgm:prSet presAssocID="{746884E4-1637-4C6F-BE9E-0030151E6233}" presName="hierChild2" presStyleCnt="0"/>
      <dgm:spPr/>
    </dgm:pt>
    <dgm:pt modelId="{D1E6FAEE-DF6B-42DA-9253-55F4785544A4}" type="pres">
      <dgm:prSet presAssocID="{BA98E51E-F748-4C44-AA55-813A98B2500D}" presName="hierRoot1" presStyleCnt="0"/>
      <dgm:spPr/>
    </dgm:pt>
    <dgm:pt modelId="{1B91AD8B-3F4C-4636-B200-0A32F3C119B4}" type="pres">
      <dgm:prSet presAssocID="{BA98E51E-F748-4C44-AA55-813A98B2500D}" presName="composite" presStyleCnt="0"/>
      <dgm:spPr/>
    </dgm:pt>
    <dgm:pt modelId="{69EC9994-BAFD-4B7F-8C10-93FB4F43E63D}" type="pres">
      <dgm:prSet presAssocID="{BA98E51E-F748-4C44-AA55-813A98B2500D}" presName="background" presStyleLbl="node0" presStyleIdx="2" presStyleCnt="4"/>
      <dgm:spPr/>
    </dgm:pt>
    <dgm:pt modelId="{D1D6272C-B269-44AB-BEC1-EF43E2581232}" type="pres">
      <dgm:prSet presAssocID="{BA98E51E-F748-4C44-AA55-813A98B2500D}" presName="text" presStyleLbl="fgAcc0" presStyleIdx="2" presStyleCnt="4">
        <dgm:presLayoutVars>
          <dgm:chPref val="3"/>
        </dgm:presLayoutVars>
      </dgm:prSet>
      <dgm:spPr/>
    </dgm:pt>
    <dgm:pt modelId="{6F0FE71D-C7CD-437A-BF5C-883DF06C840F}" type="pres">
      <dgm:prSet presAssocID="{BA98E51E-F748-4C44-AA55-813A98B2500D}" presName="hierChild2" presStyleCnt="0"/>
      <dgm:spPr/>
    </dgm:pt>
    <dgm:pt modelId="{62342F8F-1CB5-4E8F-87E0-23294F511FA5}" type="pres">
      <dgm:prSet presAssocID="{937A6C08-E283-430B-BCD5-FB06AA26933B}" presName="hierRoot1" presStyleCnt="0"/>
      <dgm:spPr/>
    </dgm:pt>
    <dgm:pt modelId="{771B4AA0-D3AB-4CD2-A4A2-92DC3FB49C83}" type="pres">
      <dgm:prSet presAssocID="{937A6C08-E283-430B-BCD5-FB06AA26933B}" presName="composite" presStyleCnt="0"/>
      <dgm:spPr/>
    </dgm:pt>
    <dgm:pt modelId="{73A90C79-00E2-4473-8CCA-5210F034DABE}" type="pres">
      <dgm:prSet presAssocID="{937A6C08-E283-430B-BCD5-FB06AA26933B}" presName="background" presStyleLbl="node0" presStyleIdx="3" presStyleCnt="4"/>
      <dgm:spPr/>
    </dgm:pt>
    <dgm:pt modelId="{984992D4-82D6-4912-9AF4-DE874014DD27}" type="pres">
      <dgm:prSet presAssocID="{937A6C08-E283-430B-BCD5-FB06AA26933B}" presName="text" presStyleLbl="fgAcc0" presStyleIdx="3" presStyleCnt="4">
        <dgm:presLayoutVars>
          <dgm:chPref val="3"/>
        </dgm:presLayoutVars>
      </dgm:prSet>
      <dgm:spPr/>
    </dgm:pt>
    <dgm:pt modelId="{9FC749BB-BCA2-43CD-8D1C-21A2252F43F9}" type="pres">
      <dgm:prSet presAssocID="{937A6C08-E283-430B-BCD5-FB06AA26933B}" presName="hierChild2" presStyleCnt="0"/>
      <dgm:spPr/>
    </dgm:pt>
  </dgm:ptLst>
  <dgm:cxnLst>
    <dgm:cxn modelId="{4DFD250C-A7D0-48A2-9195-DE026A7DE78C}" type="presOf" srcId="{937A6C08-E283-430B-BCD5-FB06AA26933B}" destId="{984992D4-82D6-4912-9AF4-DE874014DD27}" srcOrd="0" destOrd="0" presId="urn:microsoft.com/office/officeart/2005/8/layout/hierarchy1"/>
    <dgm:cxn modelId="{ED0F1A15-8B16-412B-AF15-779ED09C710B}" type="presOf" srcId="{746884E4-1637-4C6F-BE9E-0030151E6233}" destId="{A714FEA3-51DB-4515-9E3A-03ECE4BE3ABD}" srcOrd="0" destOrd="0" presId="urn:microsoft.com/office/officeart/2005/8/layout/hierarchy1"/>
    <dgm:cxn modelId="{F9E8D331-6559-4D91-BAB0-5FE490B90CF6}" srcId="{BC5E9257-59B8-4128-B74C-061351E33157}" destId="{746884E4-1637-4C6F-BE9E-0030151E6233}" srcOrd="1" destOrd="0" parTransId="{82320A3E-3D6B-468F-8614-7671E205C2E2}" sibTransId="{454FB117-A518-4A7C-B449-87E4B3F3D0EF}"/>
    <dgm:cxn modelId="{07BE3840-07DD-4182-97E9-A359F023274E}" type="presOf" srcId="{BA98E51E-F748-4C44-AA55-813A98B2500D}" destId="{D1D6272C-B269-44AB-BEC1-EF43E2581232}" srcOrd="0" destOrd="0" presId="urn:microsoft.com/office/officeart/2005/8/layout/hierarchy1"/>
    <dgm:cxn modelId="{2087D75B-79F8-41B4-863B-DD6AE16213C0}" srcId="{BC5E9257-59B8-4128-B74C-061351E33157}" destId="{9BA92573-1C8E-4B38-800E-7D23D972A309}" srcOrd="0" destOrd="0" parTransId="{007B9030-79A6-4B13-A6EC-A6AD30DC4A94}" sibTransId="{563F7F73-1FCF-4DD7-9E0E-9D99E3390CF6}"/>
    <dgm:cxn modelId="{D44EA06F-08EB-4AD9-93B6-5BD93B818C74}" srcId="{BC5E9257-59B8-4128-B74C-061351E33157}" destId="{BA98E51E-F748-4C44-AA55-813A98B2500D}" srcOrd="2" destOrd="0" parTransId="{214BC5DC-6167-4B6C-BF00-4DDC933121F4}" sibTransId="{66333A1B-3D9C-413C-A9EE-3098C7A601C7}"/>
    <dgm:cxn modelId="{A91C2D72-CC87-4471-8379-0635A58F330D}" srcId="{BC5E9257-59B8-4128-B74C-061351E33157}" destId="{937A6C08-E283-430B-BCD5-FB06AA26933B}" srcOrd="3" destOrd="0" parTransId="{90847CD7-8BEA-4556-95FD-67898E1709E5}" sibTransId="{23D25A72-A5E0-46C7-BCFE-84124B99C02C}"/>
    <dgm:cxn modelId="{1B2857AD-8E4A-426F-BA6C-F376A77B9040}" type="presOf" srcId="{BC5E9257-59B8-4128-B74C-061351E33157}" destId="{E7172AF9-CFC9-4F33-9943-A63FD7E6F880}" srcOrd="0" destOrd="0" presId="urn:microsoft.com/office/officeart/2005/8/layout/hierarchy1"/>
    <dgm:cxn modelId="{F7545ADF-D049-4BCD-B971-4015D74C4650}" type="presOf" srcId="{9BA92573-1C8E-4B38-800E-7D23D972A309}" destId="{FCE87686-EEFE-4EA8-9CBB-5A95D3555E9E}" srcOrd="0" destOrd="0" presId="urn:microsoft.com/office/officeart/2005/8/layout/hierarchy1"/>
    <dgm:cxn modelId="{BD044D67-27CD-469D-9702-862B66559EA3}" type="presParOf" srcId="{E7172AF9-CFC9-4F33-9943-A63FD7E6F880}" destId="{817F2A2C-B6DE-447C-8B43-01F8C67BF1D0}" srcOrd="0" destOrd="0" presId="urn:microsoft.com/office/officeart/2005/8/layout/hierarchy1"/>
    <dgm:cxn modelId="{EFAA4077-0CC5-497B-81F3-FB7E44CCE918}" type="presParOf" srcId="{817F2A2C-B6DE-447C-8B43-01F8C67BF1D0}" destId="{9A76235A-23CD-4A6F-95AC-6CD5C1876CEE}" srcOrd="0" destOrd="0" presId="urn:microsoft.com/office/officeart/2005/8/layout/hierarchy1"/>
    <dgm:cxn modelId="{B761390E-6E52-46C4-993D-DD953C4A9D7F}" type="presParOf" srcId="{9A76235A-23CD-4A6F-95AC-6CD5C1876CEE}" destId="{2388D7A5-6C77-4A80-A8C1-94CEE4A37A92}" srcOrd="0" destOrd="0" presId="urn:microsoft.com/office/officeart/2005/8/layout/hierarchy1"/>
    <dgm:cxn modelId="{055FC5A0-0AD6-45E0-BE7A-31440F6B267D}" type="presParOf" srcId="{9A76235A-23CD-4A6F-95AC-6CD5C1876CEE}" destId="{FCE87686-EEFE-4EA8-9CBB-5A95D3555E9E}" srcOrd="1" destOrd="0" presId="urn:microsoft.com/office/officeart/2005/8/layout/hierarchy1"/>
    <dgm:cxn modelId="{135AF1D7-4682-40B4-A50B-4CACCE65E6BC}" type="presParOf" srcId="{817F2A2C-B6DE-447C-8B43-01F8C67BF1D0}" destId="{FFC46133-6D0A-41E3-A3FB-6CF826462B15}" srcOrd="1" destOrd="0" presId="urn:microsoft.com/office/officeart/2005/8/layout/hierarchy1"/>
    <dgm:cxn modelId="{12CCE00F-4C14-4634-B5AF-BABD6BE708EB}" type="presParOf" srcId="{E7172AF9-CFC9-4F33-9943-A63FD7E6F880}" destId="{6AB7336F-5ADD-49AE-B75B-628DF618218A}" srcOrd="1" destOrd="0" presId="urn:microsoft.com/office/officeart/2005/8/layout/hierarchy1"/>
    <dgm:cxn modelId="{289EA68A-ED5B-4292-A3BF-1ECA691DF712}" type="presParOf" srcId="{6AB7336F-5ADD-49AE-B75B-628DF618218A}" destId="{92337E04-BDAD-47EE-B0F3-DA4213113BC3}" srcOrd="0" destOrd="0" presId="urn:microsoft.com/office/officeart/2005/8/layout/hierarchy1"/>
    <dgm:cxn modelId="{0BD3CF84-36F9-4958-8261-941FE7187E60}" type="presParOf" srcId="{92337E04-BDAD-47EE-B0F3-DA4213113BC3}" destId="{B902FA52-8BA5-495B-ACF8-34EA89ECAC1D}" srcOrd="0" destOrd="0" presId="urn:microsoft.com/office/officeart/2005/8/layout/hierarchy1"/>
    <dgm:cxn modelId="{997158CF-BD07-437D-88FE-D59F822043BD}" type="presParOf" srcId="{92337E04-BDAD-47EE-B0F3-DA4213113BC3}" destId="{A714FEA3-51DB-4515-9E3A-03ECE4BE3ABD}" srcOrd="1" destOrd="0" presId="urn:microsoft.com/office/officeart/2005/8/layout/hierarchy1"/>
    <dgm:cxn modelId="{3261A141-001F-4522-9C14-C14F215B24B8}" type="presParOf" srcId="{6AB7336F-5ADD-49AE-B75B-628DF618218A}" destId="{A5AF006E-8EA9-4CB7-AF91-53760F49BEA7}" srcOrd="1" destOrd="0" presId="urn:microsoft.com/office/officeart/2005/8/layout/hierarchy1"/>
    <dgm:cxn modelId="{5A52A665-E300-4A9F-8C38-C2B1277F646E}" type="presParOf" srcId="{E7172AF9-CFC9-4F33-9943-A63FD7E6F880}" destId="{D1E6FAEE-DF6B-42DA-9253-55F4785544A4}" srcOrd="2" destOrd="0" presId="urn:microsoft.com/office/officeart/2005/8/layout/hierarchy1"/>
    <dgm:cxn modelId="{0772C42E-5128-4100-B48F-A9DDD32B7560}" type="presParOf" srcId="{D1E6FAEE-DF6B-42DA-9253-55F4785544A4}" destId="{1B91AD8B-3F4C-4636-B200-0A32F3C119B4}" srcOrd="0" destOrd="0" presId="urn:microsoft.com/office/officeart/2005/8/layout/hierarchy1"/>
    <dgm:cxn modelId="{D9D4FB06-73F1-433E-9848-1016727152BD}" type="presParOf" srcId="{1B91AD8B-3F4C-4636-B200-0A32F3C119B4}" destId="{69EC9994-BAFD-4B7F-8C10-93FB4F43E63D}" srcOrd="0" destOrd="0" presId="urn:microsoft.com/office/officeart/2005/8/layout/hierarchy1"/>
    <dgm:cxn modelId="{9B9F194F-76DC-401B-9E16-A120186C3D7E}" type="presParOf" srcId="{1B91AD8B-3F4C-4636-B200-0A32F3C119B4}" destId="{D1D6272C-B269-44AB-BEC1-EF43E2581232}" srcOrd="1" destOrd="0" presId="urn:microsoft.com/office/officeart/2005/8/layout/hierarchy1"/>
    <dgm:cxn modelId="{6DFD039C-32EE-4B57-8CB8-579A2831ADA2}" type="presParOf" srcId="{D1E6FAEE-DF6B-42DA-9253-55F4785544A4}" destId="{6F0FE71D-C7CD-437A-BF5C-883DF06C840F}" srcOrd="1" destOrd="0" presId="urn:microsoft.com/office/officeart/2005/8/layout/hierarchy1"/>
    <dgm:cxn modelId="{DA72A1AE-FEF0-49DD-9EE9-CD6A8E7C0C72}" type="presParOf" srcId="{E7172AF9-CFC9-4F33-9943-A63FD7E6F880}" destId="{62342F8F-1CB5-4E8F-87E0-23294F511FA5}" srcOrd="3" destOrd="0" presId="urn:microsoft.com/office/officeart/2005/8/layout/hierarchy1"/>
    <dgm:cxn modelId="{2BB4DE5B-468C-4103-9E24-C3BE6BA0FC42}" type="presParOf" srcId="{62342F8F-1CB5-4E8F-87E0-23294F511FA5}" destId="{771B4AA0-D3AB-4CD2-A4A2-92DC3FB49C83}" srcOrd="0" destOrd="0" presId="urn:microsoft.com/office/officeart/2005/8/layout/hierarchy1"/>
    <dgm:cxn modelId="{6FC1CB45-A848-4E26-96DE-B10328BE26AC}" type="presParOf" srcId="{771B4AA0-D3AB-4CD2-A4A2-92DC3FB49C83}" destId="{73A90C79-00E2-4473-8CCA-5210F034DABE}" srcOrd="0" destOrd="0" presId="urn:microsoft.com/office/officeart/2005/8/layout/hierarchy1"/>
    <dgm:cxn modelId="{091D3BF3-A942-4C78-BBBE-144C5DBE907E}" type="presParOf" srcId="{771B4AA0-D3AB-4CD2-A4A2-92DC3FB49C83}" destId="{984992D4-82D6-4912-9AF4-DE874014DD27}" srcOrd="1" destOrd="0" presId="urn:microsoft.com/office/officeart/2005/8/layout/hierarchy1"/>
    <dgm:cxn modelId="{A343320A-FA6E-4C5E-96D9-18E7DB013C9C}" type="presParOf" srcId="{62342F8F-1CB5-4E8F-87E0-23294F511FA5}" destId="{9FC749BB-BCA2-43CD-8D1C-21A2252F43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284218-AD7A-47C6-8D3B-60A6AC59C46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4BA71B-F348-41FE-ACB7-8ECA3D5394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Students and young professionals</a:t>
          </a:r>
        </a:p>
      </dgm:t>
    </dgm:pt>
    <dgm:pt modelId="{3912FCDC-5816-448A-B9AE-71271CEAEEC5}" type="parTrans" cxnId="{B948D906-A357-48C5-B408-B6452F87616B}">
      <dgm:prSet/>
      <dgm:spPr/>
      <dgm:t>
        <a:bodyPr/>
        <a:lstStyle/>
        <a:p>
          <a:endParaRPr lang="en-US"/>
        </a:p>
      </dgm:t>
    </dgm:pt>
    <dgm:pt modelId="{9682C17A-AC06-4F52-90F1-585212BAB826}" type="sibTrans" cxnId="{B948D906-A357-48C5-B408-B6452F87616B}">
      <dgm:prSet/>
      <dgm:spPr/>
      <dgm:t>
        <a:bodyPr/>
        <a:lstStyle/>
        <a:p>
          <a:endParaRPr lang="en-US"/>
        </a:p>
      </dgm:t>
    </dgm:pt>
    <dgm:pt modelId="{695D6E57-20E5-4780-A119-33BB840919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People needing short-term items</a:t>
          </a:r>
        </a:p>
      </dgm:t>
    </dgm:pt>
    <dgm:pt modelId="{59E14950-7B33-4831-8183-7420DBD1D7BE}" type="parTrans" cxnId="{33F33B25-B4D1-4DDA-A281-98DAF7179440}">
      <dgm:prSet/>
      <dgm:spPr/>
      <dgm:t>
        <a:bodyPr/>
        <a:lstStyle/>
        <a:p>
          <a:endParaRPr lang="en-US"/>
        </a:p>
      </dgm:t>
    </dgm:pt>
    <dgm:pt modelId="{E745C017-D328-49D8-989B-37B99EFE60A7}" type="sibTrans" cxnId="{33F33B25-B4D1-4DDA-A281-98DAF7179440}">
      <dgm:prSet/>
      <dgm:spPr/>
      <dgm:t>
        <a:bodyPr/>
        <a:lstStyle/>
        <a:p>
          <a:endParaRPr lang="en-US"/>
        </a:p>
      </dgm:t>
    </dgm:pt>
    <dgm:pt modelId="{ECF5530F-EAD3-4018-9BB0-7AD8CA435E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Individuals wanting to earn money by renting out items</a:t>
          </a:r>
        </a:p>
      </dgm:t>
    </dgm:pt>
    <dgm:pt modelId="{3608585F-42AD-485B-9459-E728CD608D17}" type="parTrans" cxnId="{554BFAE5-AE29-4589-AE5A-FEDD470C3010}">
      <dgm:prSet/>
      <dgm:spPr/>
      <dgm:t>
        <a:bodyPr/>
        <a:lstStyle/>
        <a:p>
          <a:endParaRPr lang="en-US"/>
        </a:p>
      </dgm:t>
    </dgm:pt>
    <dgm:pt modelId="{84828C57-FE8C-42DE-9EC5-6BC398B743A7}" type="sibTrans" cxnId="{554BFAE5-AE29-4589-AE5A-FEDD470C3010}">
      <dgm:prSet/>
      <dgm:spPr/>
      <dgm:t>
        <a:bodyPr/>
        <a:lstStyle/>
        <a:p>
          <a:endParaRPr lang="en-US"/>
        </a:p>
      </dgm:t>
    </dgm:pt>
    <dgm:pt modelId="{EAC0F2A2-057D-4E30-BB6F-4BDA90BF52BA}" type="pres">
      <dgm:prSet presAssocID="{A7284218-AD7A-47C6-8D3B-60A6AC59C460}" presName="root" presStyleCnt="0">
        <dgm:presLayoutVars>
          <dgm:dir/>
          <dgm:resizeHandles val="exact"/>
        </dgm:presLayoutVars>
      </dgm:prSet>
      <dgm:spPr/>
    </dgm:pt>
    <dgm:pt modelId="{9A59847C-2291-4A20-B2B4-0609B4803D52}" type="pres">
      <dgm:prSet presAssocID="{E04BA71B-F348-41FE-ACB7-8ECA3D539463}" presName="compNode" presStyleCnt="0"/>
      <dgm:spPr/>
    </dgm:pt>
    <dgm:pt modelId="{C9CBF62B-046D-4DAA-98F5-D89D0BD76765}" type="pres">
      <dgm:prSet presAssocID="{E04BA71B-F348-41FE-ACB7-8ECA3D53946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B3B986C-D326-4D5E-89E7-41BD6DC09BC6}" type="pres">
      <dgm:prSet presAssocID="{E04BA71B-F348-41FE-ACB7-8ECA3D539463}" presName="spaceRect" presStyleCnt="0"/>
      <dgm:spPr/>
    </dgm:pt>
    <dgm:pt modelId="{6D7CEE8F-38AC-4E8A-9B89-8515D7CD30D4}" type="pres">
      <dgm:prSet presAssocID="{E04BA71B-F348-41FE-ACB7-8ECA3D539463}" presName="textRect" presStyleLbl="revTx" presStyleIdx="0" presStyleCnt="3">
        <dgm:presLayoutVars>
          <dgm:chMax val="1"/>
          <dgm:chPref val="1"/>
        </dgm:presLayoutVars>
      </dgm:prSet>
      <dgm:spPr/>
    </dgm:pt>
    <dgm:pt modelId="{AA138C15-1490-43B9-9AD8-9D5F3C5EB8A0}" type="pres">
      <dgm:prSet presAssocID="{9682C17A-AC06-4F52-90F1-585212BAB826}" presName="sibTrans" presStyleCnt="0"/>
      <dgm:spPr/>
    </dgm:pt>
    <dgm:pt modelId="{C0C87298-C420-4B0F-AE46-2C4565E021AE}" type="pres">
      <dgm:prSet presAssocID="{695D6E57-20E5-4780-A119-33BB8409196F}" presName="compNode" presStyleCnt="0"/>
      <dgm:spPr/>
    </dgm:pt>
    <dgm:pt modelId="{3C7EC26F-7307-4EDD-BBA4-A6EC20B2E665}" type="pres">
      <dgm:prSet presAssocID="{695D6E57-20E5-4780-A119-33BB8409196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BEB56B2E-80E6-457E-9A81-690B9BBE8473}" type="pres">
      <dgm:prSet presAssocID="{695D6E57-20E5-4780-A119-33BB8409196F}" presName="spaceRect" presStyleCnt="0"/>
      <dgm:spPr/>
    </dgm:pt>
    <dgm:pt modelId="{BCD72A81-983F-4317-98BE-8B8639D363D6}" type="pres">
      <dgm:prSet presAssocID="{695D6E57-20E5-4780-A119-33BB8409196F}" presName="textRect" presStyleLbl="revTx" presStyleIdx="1" presStyleCnt="3">
        <dgm:presLayoutVars>
          <dgm:chMax val="1"/>
          <dgm:chPref val="1"/>
        </dgm:presLayoutVars>
      </dgm:prSet>
      <dgm:spPr/>
    </dgm:pt>
    <dgm:pt modelId="{2B0AC24D-ECD5-4A4E-BEE7-BA627296B9B3}" type="pres">
      <dgm:prSet presAssocID="{E745C017-D328-49D8-989B-37B99EFE60A7}" presName="sibTrans" presStyleCnt="0"/>
      <dgm:spPr/>
    </dgm:pt>
    <dgm:pt modelId="{9C429C50-851A-44DA-A765-0709FDB41CF0}" type="pres">
      <dgm:prSet presAssocID="{ECF5530F-EAD3-4018-9BB0-7AD8CA435EA9}" presName="compNode" presStyleCnt="0"/>
      <dgm:spPr/>
    </dgm:pt>
    <dgm:pt modelId="{F5E05D95-1473-4272-BF3B-2BFD04FC5CFE}" type="pres">
      <dgm:prSet presAssocID="{ECF5530F-EAD3-4018-9BB0-7AD8CA435EA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CE32D95-97E1-4C52-B635-AAFA01A270A6}" type="pres">
      <dgm:prSet presAssocID="{ECF5530F-EAD3-4018-9BB0-7AD8CA435EA9}" presName="spaceRect" presStyleCnt="0"/>
      <dgm:spPr/>
    </dgm:pt>
    <dgm:pt modelId="{8A5274CE-CF1D-4773-893E-BAD238AC8FCC}" type="pres">
      <dgm:prSet presAssocID="{ECF5530F-EAD3-4018-9BB0-7AD8CA435E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48D906-A357-48C5-B408-B6452F87616B}" srcId="{A7284218-AD7A-47C6-8D3B-60A6AC59C460}" destId="{E04BA71B-F348-41FE-ACB7-8ECA3D539463}" srcOrd="0" destOrd="0" parTransId="{3912FCDC-5816-448A-B9AE-71271CEAEEC5}" sibTransId="{9682C17A-AC06-4F52-90F1-585212BAB826}"/>
    <dgm:cxn modelId="{33F33B25-B4D1-4DDA-A281-98DAF7179440}" srcId="{A7284218-AD7A-47C6-8D3B-60A6AC59C460}" destId="{695D6E57-20E5-4780-A119-33BB8409196F}" srcOrd="1" destOrd="0" parTransId="{59E14950-7B33-4831-8183-7420DBD1D7BE}" sibTransId="{E745C017-D328-49D8-989B-37B99EFE60A7}"/>
    <dgm:cxn modelId="{602E4D8C-2810-4E65-AF53-E618605DE805}" type="presOf" srcId="{A7284218-AD7A-47C6-8D3B-60A6AC59C460}" destId="{EAC0F2A2-057D-4E30-BB6F-4BDA90BF52BA}" srcOrd="0" destOrd="0" presId="urn:microsoft.com/office/officeart/2018/2/layout/IconLabelList"/>
    <dgm:cxn modelId="{9C16DC9E-B331-437D-9B41-168816C8D11E}" type="presOf" srcId="{ECF5530F-EAD3-4018-9BB0-7AD8CA435EA9}" destId="{8A5274CE-CF1D-4773-893E-BAD238AC8FCC}" srcOrd="0" destOrd="0" presId="urn:microsoft.com/office/officeart/2018/2/layout/IconLabelList"/>
    <dgm:cxn modelId="{9B5D54C5-09E5-4DE0-9E69-DA1EF0CB87DD}" type="presOf" srcId="{E04BA71B-F348-41FE-ACB7-8ECA3D539463}" destId="{6D7CEE8F-38AC-4E8A-9B89-8515D7CD30D4}" srcOrd="0" destOrd="0" presId="urn:microsoft.com/office/officeart/2018/2/layout/IconLabelList"/>
    <dgm:cxn modelId="{554BFAE5-AE29-4589-AE5A-FEDD470C3010}" srcId="{A7284218-AD7A-47C6-8D3B-60A6AC59C460}" destId="{ECF5530F-EAD3-4018-9BB0-7AD8CA435EA9}" srcOrd="2" destOrd="0" parTransId="{3608585F-42AD-485B-9459-E728CD608D17}" sibTransId="{84828C57-FE8C-42DE-9EC5-6BC398B743A7}"/>
    <dgm:cxn modelId="{214460F2-A6AF-4947-9543-81A3CB52D700}" type="presOf" srcId="{695D6E57-20E5-4780-A119-33BB8409196F}" destId="{BCD72A81-983F-4317-98BE-8B8639D363D6}" srcOrd="0" destOrd="0" presId="urn:microsoft.com/office/officeart/2018/2/layout/IconLabelList"/>
    <dgm:cxn modelId="{449CB676-63A8-4FEC-993E-58C76952A58C}" type="presParOf" srcId="{EAC0F2A2-057D-4E30-BB6F-4BDA90BF52BA}" destId="{9A59847C-2291-4A20-B2B4-0609B4803D52}" srcOrd="0" destOrd="0" presId="urn:microsoft.com/office/officeart/2018/2/layout/IconLabelList"/>
    <dgm:cxn modelId="{892B17F1-3C8C-4280-BE1D-EA0FADAB59FE}" type="presParOf" srcId="{9A59847C-2291-4A20-B2B4-0609B4803D52}" destId="{C9CBF62B-046D-4DAA-98F5-D89D0BD76765}" srcOrd="0" destOrd="0" presId="urn:microsoft.com/office/officeart/2018/2/layout/IconLabelList"/>
    <dgm:cxn modelId="{5C0FC372-3549-4A92-8BD4-D7065A292F5C}" type="presParOf" srcId="{9A59847C-2291-4A20-B2B4-0609B4803D52}" destId="{5B3B986C-D326-4D5E-89E7-41BD6DC09BC6}" srcOrd="1" destOrd="0" presId="urn:microsoft.com/office/officeart/2018/2/layout/IconLabelList"/>
    <dgm:cxn modelId="{1B2B4A14-DCE4-40DA-9E66-6A427E676012}" type="presParOf" srcId="{9A59847C-2291-4A20-B2B4-0609B4803D52}" destId="{6D7CEE8F-38AC-4E8A-9B89-8515D7CD30D4}" srcOrd="2" destOrd="0" presId="urn:microsoft.com/office/officeart/2018/2/layout/IconLabelList"/>
    <dgm:cxn modelId="{F079CA59-6C8A-4D72-A981-8FE5B2DB0949}" type="presParOf" srcId="{EAC0F2A2-057D-4E30-BB6F-4BDA90BF52BA}" destId="{AA138C15-1490-43B9-9AD8-9D5F3C5EB8A0}" srcOrd="1" destOrd="0" presId="urn:microsoft.com/office/officeart/2018/2/layout/IconLabelList"/>
    <dgm:cxn modelId="{6517CF30-C3A6-421B-B583-A22EBE2552CC}" type="presParOf" srcId="{EAC0F2A2-057D-4E30-BB6F-4BDA90BF52BA}" destId="{C0C87298-C420-4B0F-AE46-2C4565E021AE}" srcOrd="2" destOrd="0" presId="urn:microsoft.com/office/officeart/2018/2/layout/IconLabelList"/>
    <dgm:cxn modelId="{0FA383BB-8FB1-4C0C-84D4-D8A905741453}" type="presParOf" srcId="{C0C87298-C420-4B0F-AE46-2C4565E021AE}" destId="{3C7EC26F-7307-4EDD-BBA4-A6EC20B2E665}" srcOrd="0" destOrd="0" presId="urn:microsoft.com/office/officeart/2018/2/layout/IconLabelList"/>
    <dgm:cxn modelId="{8D138559-2634-4085-A72A-B4DB4F1E6357}" type="presParOf" srcId="{C0C87298-C420-4B0F-AE46-2C4565E021AE}" destId="{BEB56B2E-80E6-457E-9A81-690B9BBE8473}" srcOrd="1" destOrd="0" presId="urn:microsoft.com/office/officeart/2018/2/layout/IconLabelList"/>
    <dgm:cxn modelId="{1422005B-F328-4DCB-8BD1-2226FAF57D04}" type="presParOf" srcId="{C0C87298-C420-4B0F-AE46-2C4565E021AE}" destId="{BCD72A81-983F-4317-98BE-8B8639D363D6}" srcOrd="2" destOrd="0" presId="urn:microsoft.com/office/officeart/2018/2/layout/IconLabelList"/>
    <dgm:cxn modelId="{492777B7-A7A7-4D5C-ABFD-368B11BF2E18}" type="presParOf" srcId="{EAC0F2A2-057D-4E30-BB6F-4BDA90BF52BA}" destId="{2B0AC24D-ECD5-4A4E-BEE7-BA627296B9B3}" srcOrd="3" destOrd="0" presId="urn:microsoft.com/office/officeart/2018/2/layout/IconLabelList"/>
    <dgm:cxn modelId="{50FAEE56-652A-4139-8D8C-8A12C3CDF2C1}" type="presParOf" srcId="{EAC0F2A2-057D-4E30-BB6F-4BDA90BF52BA}" destId="{9C429C50-851A-44DA-A765-0709FDB41CF0}" srcOrd="4" destOrd="0" presId="urn:microsoft.com/office/officeart/2018/2/layout/IconLabelList"/>
    <dgm:cxn modelId="{59254F51-C48D-4707-BE6C-A6453EC2022B}" type="presParOf" srcId="{9C429C50-851A-44DA-A765-0709FDB41CF0}" destId="{F5E05D95-1473-4272-BF3B-2BFD04FC5CFE}" srcOrd="0" destOrd="0" presId="urn:microsoft.com/office/officeart/2018/2/layout/IconLabelList"/>
    <dgm:cxn modelId="{E736D19D-7BBF-48AB-8532-516002B937F5}" type="presParOf" srcId="{9C429C50-851A-44DA-A765-0709FDB41CF0}" destId="{BCE32D95-97E1-4C52-B635-AAFA01A270A6}" srcOrd="1" destOrd="0" presId="urn:microsoft.com/office/officeart/2018/2/layout/IconLabelList"/>
    <dgm:cxn modelId="{32FCDEF9-C7D0-425F-84E0-B8EECB35DA8B}" type="presParOf" srcId="{9C429C50-851A-44DA-A765-0709FDB41CF0}" destId="{8A5274CE-CF1D-4773-893E-BAD238AC8F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B02910-9A05-4952-9D3F-180ECC5CD45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7CD624A-4F7D-4AA0-8822-FFDBAD5D7831}">
      <dgm:prSet custT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accounts with profiles &amp; verification</a:t>
          </a:r>
        </a:p>
      </dgm:t>
    </dgm:pt>
    <dgm:pt modelId="{AD0EF3CA-A4AE-44F2-A680-7C1B45F8DAA7}" type="parTrans" cxnId="{8E057D9A-4AD8-462F-8198-D3A4AC36241E}">
      <dgm:prSet/>
      <dgm:spPr/>
      <dgm:t>
        <a:bodyPr/>
        <a:lstStyle/>
        <a:p>
          <a:endParaRPr lang="en-US"/>
        </a:p>
      </dgm:t>
    </dgm:pt>
    <dgm:pt modelId="{7C42BF5C-30B8-4E96-B7FC-B7F9183A6C95}" type="sibTrans" cxnId="{8E057D9A-4AD8-462F-8198-D3A4AC3624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D17744-3B85-4A3F-BD45-E4BA4F116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Rental transaction system (fake money)</a:t>
          </a:r>
        </a:p>
      </dgm:t>
    </dgm:pt>
    <dgm:pt modelId="{41D38515-5DC1-41D4-AC26-AA340759D67A}" type="parTrans" cxnId="{A95184B3-FC74-4916-B73D-9CCFF4D3B137}">
      <dgm:prSet/>
      <dgm:spPr/>
      <dgm:t>
        <a:bodyPr/>
        <a:lstStyle/>
        <a:p>
          <a:endParaRPr lang="en-US"/>
        </a:p>
      </dgm:t>
    </dgm:pt>
    <dgm:pt modelId="{5458A1FC-160F-4B81-A9D5-10A117D549C9}" type="sibTrans" cxnId="{A95184B3-FC74-4916-B73D-9CCFF4D3B1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B3D059-A187-41D7-94CB-5E42A11EB5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 feature</a:t>
          </a:r>
        </a:p>
      </dgm:t>
    </dgm:pt>
    <dgm:pt modelId="{7CA9BCB7-6474-435A-8670-50D070E3295D}" type="parTrans" cxnId="{FCE6F511-1A55-438E-8F84-644142AE7251}">
      <dgm:prSet/>
      <dgm:spPr/>
      <dgm:t>
        <a:bodyPr/>
        <a:lstStyle/>
        <a:p>
          <a:endParaRPr lang="en-US"/>
        </a:p>
      </dgm:t>
    </dgm:pt>
    <dgm:pt modelId="{CCFED7F3-B143-4CAE-A612-092C9C2D3FB7}" type="sibTrans" cxnId="{FCE6F511-1A55-438E-8F84-644142AE72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2BD498-919E-41BD-BADF-731559AEC0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Item browsing &amp; category sorting</a:t>
          </a:r>
        </a:p>
      </dgm:t>
    </dgm:pt>
    <dgm:pt modelId="{B13ADC92-3333-42F4-811A-4090CEFC6022}" type="parTrans" cxnId="{9B1E838A-40B1-4A7F-88D7-2BCF9F84862B}">
      <dgm:prSet/>
      <dgm:spPr/>
      <dgm:t>
        <a:bodyPr/>
        <a:lstStyle/>
        <a:p>
          <a:endParaRPr lang="en-US"/>
        </a:p>
      </dgm:t>
    </dgm:pt>
    <dgm:pt modelId="{1E5D4696-E6A5-4D95-9EEF-5DB41561AB30}" type="sibTrans" cxnId="{9B1E838A-40B1-4A7F-88D7-2BCF9F8486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651347-8169-47A4-A1D6-581AB19B54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Bundling items</a:t>
          </a:r>
        </a:p>
      </dgm:t>
    </dgm:pt>
    <dgm:pt modelId="{331B7085-110E-496D-8963-EF809EE8B0EC}" type="parTrans" cxnId="{86574F88-F5CB-490A-AB8A-A451A4383D2D}">
      <dgm:prSet/>
      <dgm:spPr/>
      <dgm:t>
        <a:bodyPr/>
        <a:lstStyle/>
        <a:p>
          <a:endParaRPr lang="en-US"/>
        </a:p>
      </dgm:t>
    </dgm:pt>
    <dgm:pt modelId="{7424EDD1-A349-44DA-8938-106D38FF7E16}" type="sibTrans" cxnId="{86574F88-F5CB-490A-AB8A-A451A4383D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1BE2DAA-EACB-4745-8742-A9AD9E975B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Live pricing (API/AI)</a:t>
          </a:r>
        </a:p>
      </dgm:t>
    </dgm:pt>
    <dgm:pt modelId="{64D0DAA4-8998-45A1-9272-C223DC9C5DD5}" type="parTrans" cxnId="{23255EDA-3590-4D27-BC19-DCE21CBFDDBE}">
      <dgm:prSet/>
      <dgm:spPr/>
      <dgm:t>
        <a:bodyPr/>
        <a:lstStyle/>
        <a:p>
          <a:endParaRPr lang="en-US"/>
        </a:p>
      </dgm:t>
    </dgm:pt>
    <dgm:pt modelId="{F462BAFE-5672-4B43-84D0-B3DD45596BE4}" type="sibTrans" cxnId="{23255EDA-3590-4D27-BC19-DCE21CBFDD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59A9C9-D612-4185-9DCD-91C8FF5EC7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 notifications</a:t>
          </a:r>
        </a:p>
      </dgm:t>
    </dgm:pt>
    <dgm:pt modelId="{7E4DE85E-C6AC-40A0-BAD7-56D590A32079}" type="parTrans" cxnId="{BEFC68AC-2635-4C63-8798-1A019737C6A4}">
      <dgm:prSet/>
      <dgm:spPr/>
      <dgm:t>
        <a:bodyPr/>
        <a:lstStyle/>
        <a:p>
          <a:endParaRPr lang="en-US"/>
        </a:p>
      </dgm:t>
    </dgm:pt>
    <dgm:pt modelId="{958CBE86-89A2-47E5-AC53-3A07E431D203}" type="sibTrans" cxnId="{BEFC68AC-2635-4C63-8798-1A019737C6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AF0F57-34B0-41DB-9BF0-4AA19AB25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Rating system (5 stars)</a:t>
          </a:r>
        </a:p>
      </dgm:t>
    </dgm:pt>
    <dgm:pt modelId="{066734E8-8F2B-40BB-A9DC-BDB60FB2A213}" type="parTrans" cxnId="{F004A6E0-7639-4582-B7C1-B244ADEAA980}">
      <dgm:prSet/>
      <dgm:spPr/>
      <dgm:t>
        <a:bodyPr/>
        <a:lstStyle/>
        <a:p>
          <a:endParaRPr lang="en-US"/>
        </a:p>
      </dgm:t>
    </dgm:pt>
    <dgm:pt modelId="{29536B26-3306-42AB-80FA-5ED2CD5226B6}" type="sibTrans" cxnId="{F004A6E0-7639-4582-B7C1-B244ADEAA980}">
      <dgm:prSet/>
      <dgm:spPr/>
      <dgm:t>
        <a:bodyPr/>
        <a:lstStyle/>
        <a:p>
          <a:endParaRPr lang="en-US"/>
        </a:p>
      </dgm:t>
    </dgm:pt>
    <dgm:pt modelId="{ED683138-D7A8-4D2E-881C-9E73A172E614}" type="pres">
      <dgm:prSet presAssocID="{89B02910-9A05-4952-9D3F-180ECC5CD45A}" presName="root" presStyleCnt="0">
        <dgm:presLayoutVars>
          <dgm:dir/>
          <dgm:resizeHandles val="exact"/>
        </dgm:presLayoutVars>
      </dgm:prSet>
      <dgm:spPr/>
    </dgm:pt>
    <dgm:pt modelId="{4754070C-1F44-4551-82D1-98DBD7E7E46F}" type="pres">
      <dgm:prSet presAssocID="{89B02910-9A05-4952-9D3F-180ECC5CD45A}" presName="container" presStyleCnt="0">
        <dgm:presLayoutVars>
          <dgm:dir/>
          <dgm:resizeHandles val="exact"/>
        </dgm:presLayoutVars>
      </dgm:prSet>
      <dgm:spPr/>
    </dgm:pt>
    <dgm:pt modelId="{EE46F404-59C7-468E-A309-248CE839CEB4}" type="pres">
      <dgm:prSet presAssocID="{F7CD624A-4F7D-4AA0-8822-FFDBAD5D7831}" presName="compNode" presStyleCnt="0"/>
      <dgm:spPr/>
    </dgm:pt>
    <dgm:pt modelId="{F869F3CA-F357-42CE-9DE5-E8B824AEE437}" type="pres">
      <dgm:prSet presAssocID="{F7CD624A-4F7D-4AA0-8822-FFDBAD5D7831}" presName="iconBgRect" presStyleLbl="bgShp" presStyleIdx="0" presStyleCnt="8"/>
      <dgm:spPr/>
    </dgm:pt>
    <dgm:pt modelId="{BEEEB10E-978D-4442-90D0-756C1122F59B}" type="pres">
      <dgm:prSet presAssocID="{F7CD624A-4F7D-4AA0-8822-FFDBAD5D7831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8A9A67C0-7C1E-401F-957B-8AA71AFC5DFC}" type="pres">
      <dgm:prSet presAssocID="{F7CD624A-4F7D-4AA0-8822-FFDBAD5D7831}" presName="spaceRect" presStyleCnt="0"/>
      <dgm:spPr/>
    </dgm:pt>
    <dgm:pt modelId="{579AEFD3-CFBE-4284-A2FB-B9B0A2D382C4}" type="pres">
      <dgm:prSet presAssocID="{F7CD624A-4F7D-4AA0-8822-FFDBAD5D7831}" presName="textRect" presStyleLbl="revTx" presStyleIdx="0" presStyleCnt="8">
        <dgm:presLayoutVars>
          <dgm:chMax val="1"/>
          <dgm:chPref val="1"/>
        </dgm:presLayoutVars>
      </dgm:prSet>
      <dgm:spPr/>
    </dgm:pt>
    <dgm:pt modelId="{631C9C4F-4D21-4402-A608-C869CD982FE7}" type="pres">
      <dgm:prSet presAssocID="{7C42BF5C-30B8-4E96-B7FC-B7F9183A6C95}" presName="sibTrans" presStyleLbl="sibTrans2D1" presStyleIdx="0" presStyleCnt="0"/>
      <dgm:spPr/>
    </dgm:pt>
    <dgm:pt modelId="{37790DAB-6CF6-453B-BF77-1E6120AF7513}" type="pres">
      <dgm:prSet presAssocID="{84D17744-3B85-4A3F-BD45-E4BA4F1164F4}" presName="compNode" presStyleCnt="0"/>
      <dgm:spPr/>
    </dgm:pt>
    <dgm:pt modelId="{A45E1C61-0715-48D2-B5D4-022BD2EBCD30}" type="pres">
      <dgm:prSet presAssocID="{84D17744-3B85-4A3F-BD45-E4BA4F1164F4}" presName="iconBgRect" presStyleLbl="bgShp" presStyleIdx="1" presStyleCnt="8"/>
      <dgm:spPr/>
    </dgm:pt>
    <dgm:pt modelId="{78E4A7FF-3D19-417B-91F4-B022A5748A92}" type="pres">
      <dgm:prSet presAssocID="{84D17744-3B85-4A3F-BD45-E4BA4F1164F4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E160FEE5-20BA-4153-BA89-95961DAF9DB7}" type="pres">
      <dgm:prSet presAssocID="{84D17744-3B85-4A3F-BD45-E4BA4F1164F4}" presName="spaceRect" presStyleCnt="0"/>
      <dgm:spPr/>
    </dgm:pt>
    <dgm:pt modelId="{77FDF43C-A887-4531-A67C-F35A33F43924}" type="pres">
      <dgm:prSet presAssocID="{84D17744-3B85-4A3F-BD45-E4BA4F1164F4}" presName="textRect" presStyleLbl="revTx" presStyleIdx="1" presStyleCnt="8">
        <dgm:presLayoutVars>
          <dgm:chMax val="1"/>
          <dgm:chPref val="1"/>
        </dgm:presLayoutVars>
      </dgm:prSet>
      <dgm:spPr/>
    </dgm:pt>
    <dgm:pt modelId="{DDED9CC1-D3D8-4170-BD57-5F471047B6E8}" type="pres">
      <dgm:prSet presAssocID="{5458A1FC-160F-4B81-A9D5-10A117D549C9}" presName="sibTrans" presStyleLbl="sibTrans2D1" presStyleIdx="0" presStyleCnt="0"/>
      <dgm:spPr/>
    </dgm:pt>
    <dgm:pt modelId="{9E54F7EA-9282-4554-AABB-B22681CBF11F}" type="pres">
      <dgm:prSet presAssocID="{C3B3D059-A187-41D7-94CB-5E42A11EB598}" presName="compNode" presStyleCnt="0"/>
      <dgm:spPr/>
    </dgm:pt>
    <dgm:pt modelId="{2510DCFB-B6DB-4943-AD63-8D662605CC30}" type="pres">
      <dgm:prSet presAssocID="{C3B3D059-A187-41D7-94CB-5E42A11EB598}" presName="iconBgRect" presStyleLbl="bgShp" presStyleIdx="2" presStyleCnt="8"/>
      <dgm:spPr/>
    </dgm:pt>
    <dgm:pt modelId="{45E2D5C3-2819-4984-B902-CEAB3097BC92}" type="pres">
      <dgm:prSet presAssocID="{C3B3D059-A187-41D7-94CB-5E42A11EB598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5E874924-C080-4E92-9157-F50377916D68}" type="pres">
      <dgm:prSet presAssocID="{C3B3D059-A187-41D7-94CB-5E42A11EB598}" presName="spaceRect" presStyleCnt="0"/>
      <dgm:spPr/>
    </dgm:pt>
    <dgm:pt modelId="{C74987F6-99E9-4E06-958A-7EC6CAFC8FF5}" type="pres">
      <dgm:prSet presAssocID="{C3B3D059-A187-41D7-94CB-5E42A11EB598}" presName="textRect" presStyleLbl="revTx" presStyleIdx="2" presStyleCnt="8">
        <dgm:presLayoutVars>
          <dgm:chMax val="1"/>
          <dgm:chPref val="1"/>
        </dgm:presLayoutVars>
      </dgm:prSet>
      <dgm:spPr/>
    </dgm:pt>
    <dgm:pt modelId="{DFAA5DA5-7845-4820-AD35-C828E234CF36}" type="pres">
      <dgm:prSet presAssocID="{CCFED7F3-B143-4CAE-A612-092C9C2D3FB7}" presName="sibTrans" presStyleLbl="sibTrans2D1" presStyleIdx="0" presStyleCnt="0"/>
      <dgm:spPr/>
    </dgm:pt>
    <dgm:pt modelId="{F5235551-579E-45BE-83C9-81B25ABB18BC}" type="pres">
      <dgm:prSet presAssocID="{962BD498-919E-41BD-BADF-731559AEC032}" presName="compNode" presStyleCnt="0"/>
      <dgm:spPr/>
    </dgm:pt>
    <dgm:pt modelId="{6A137C44-9F81-40A0-8905-D8ABA57D25AA}" type="pres">
      <dgm:prSet presAssocID="{962BD498-919E-41BD-BADF-731559AEC032}" presName="iconBgRect" presStyleLbl="bgShp" presStyleIdx="3" presStyleCnt="8"/>
      <dgm:spPr/>
    </dgm:pt>
    <dgm:pt modelId="{3234CBCB-2FCB-4633-8471-1B88AE4F58BC}" type="pres">
      <dgm:prSet presAssocID="{962BD498-919E-41BD-BADF-731559AEC032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D4D8B39-5304-4559-AC92-AA085AA14955}" type="pres">
      <dgm:prSet presAssocID="{962BD498-919E-41BD-BADF-731559AEC032}" presName="spaceRect" presStyleCnt="0"/>
      <dgm:spPr/>
    </dgm:pt>
    <dgm:pt modelId="{C99ADEAA-86B3-4640-BCF6-B6630A1BF9BD}" type="pres">
      <dgm:prSet presAssocID="{962BD498-919E-41BD-BADF-731559AEC032}" presName="textRect" presStyleLbl="revTx" presStyleIdx="3" presStyleCnt="8">
        <dgm:presLayoutVars>
          <dgm:chMax val="1"/>
          <dgm:chPref val="1"/>
        </dgm:presLayoutVars>
      </dgm:prSet>
      <dgm:spPr/>
    </dgm:pt>
    <dgm:pt modelId="{6E94B6A7-3AA0-4FEE-88BC-6FAE688750FE}" type="pres">
      <dgm:prSet presAssocID="{1E5D4696-E6A5-4D95-9EEF-5DB41561AB30}" presName="sibTrans" presStyleLbl="sibTrans2D1" presStyleIdx="0" presStyleCnt="0"/>
      <dgm:spPr/>
    </dgm:pt>
    <dgm:pt modelId="{D33B6B1E-AE49-469B-887F-6243EB10EAA6}" type="pres">
      <dgm:prSet presAssocID="{89651347-8169-47A4-A1D6-581AB19B547D}" presName="compNode" presStyleCnt="0"/>
      <dgm:spPr/>
    </dgm:pt>
    <dgm:pt modelId="{ACEDE872-6432-4387-8E87-35A36CD00518}" type="pres">
      <dgm:prSet presAssocID="{89651347-8169-47A4-A1D6-581AB19B547D}" presName="iconBgRect" presStyleLbl="bgShp" presStyleIdx="4" presStyleCnt="8"/>
      <dgm:spPr/>
    </dgm:pt>
    <dgm:pt modelId="{392BD91C-2E22-4A46-9276-FDA5C4742DDC}" type="pres">
      <dgm:prSet presAssocID="{89651347-8169-47A4-A1D6-581AB19B547D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6D75011D-C6BA-4C5E-87B6-C54E900F1506}" type="pres">
      <dgm:prSet presAssocID="{89651347-8169-47A4-A1D6-581AB19B547D}" presName="spaceRect" presStyleCnt="0"/>
      <dgm:spPr/>
    </dgm:pt>
    <dgm:pt modelId="{10D41F98-81CD-496F-AC59-32A312A8494E}" type="pres">
      <dgm:prSet presAssocID="{89651347-8169-47A4-A1D6-581AB19B547D}" presName="textRect" presStyleLbl="revTx" presStyleIdx="4" presStyleCnt="8">
        <dgm:presLayoutVars>
          <dgm:chMax val="1"/>
          <dgm:chPref val="1"/>
        </dgm:presLayoutVars>
      </dgm:prSet>
      <dgm:spPr/>
    </dgm:pt>
    <dgm:pt modelId="{83470CA4-EC4F-4B48-80E0-75F062BD1FAA}" type="pres">
      <dgm:prSet presAssocID="{7424EDD1-A349-44DA-8938-106D38FF7E16}" presName="sibTrans" presStyleLbl="sibTrans2D1" presStyleIdx="0" presStyleCnt="0"/>
      <dgm:spPr/>
    </dgm:pt>
    <dgm:pt modelId="{0C7012D0-1B94-4D1E-9F47-FF0E4AD02AF4}" type="pres">
      <dgm:prSet presAssocID="{91BE2DAA-EACB-4745-8742-A9AD9E975B6B}" presName="compNode" presStyleCnt="0"/>
      <dgm:spPr/>
    </dgm:pt>
    <dgm:pt modelId="{8987E4A3-BC36-4F00-9D70-D24C55CD3AAE}" type="pres">
      <dgm:prSet presAssocID="{91BE2DAA-EACB-4745-8742-A9AD9E975B6B}" presName="iconBgRect" presStyleLbl="bgShp" presStyleIdx="5" presStyleCnt="8"/>
      <dgm:spPr/>
    </dgm:pt>
    <dgm:pt modelId="{B4283111-9F2A-4869-9FB6-A2AB3A8459F9}" type="pres">
      <dgm:prSet presAssocID="{91BE2DAA-EACB-4745-8742-A9AD9E975B6B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F5FC2ABC-34A5-4C0D-8151-8B539218BDD8}" type="pres">
      <dgm:prSet presAssocID="{91BE2DAA-EACB-4745-8742-A9AD9E975B6B}" presName="spaceRect" presStyleCnt="0"/>
      <dgm:spPr/>
    </dgm:pt>
    <dgm:pt modelId="{60DD79C4-80E7-4B71-8C84-D0D9DF1BFB50}" type="pres">
      <dgm:prSet presAssocID="{91BE2DAA-EACB-4745-8742-A9AD9E975B6B}" presName="textRect" presStyleLbl="revTx" presStyleIdx="5" presStyleCnt="8">
        <dgm:presLayoutVars>
          <dgm:chMax val="1"/>
          <dgm:chPref val="1"/>
        </dgm:presLayoutVars>
      </dgm:prSet>
      <dgm:spPr/>
    </dgm:pt>
    <dgm:pt modelId="{6A05C485-B3AF-4D42-8F48-3CCC9E3B702A}" type="pres">
      <dgm:prSet presAssocID="{F462BAFE-5672-4B43-84D0-B3DD45596BE4}" presName="sibTrans" presStyleLbl="sibTrans2D1" presStyleIdx="0" presStyleCnt="0"/>
      <dgm:spPr/>
    </dgm:pt>
    <dgm:pt modelId="{A3880B74-7851-404B-8594-7F43F43E0F66}" type="pres">
      <dgm:prSet presAssocID="{5659A9C9-D612-4185-9DCD-91C8FF5EC7CC}" presName="compNode" presStyleCnt="0"/>
      <dgm:spPr/>
    </dgm:pt>
    <dgm:pt modelId="{5D053701-B97A-4BEF-8D44-7EF5917EFA95}" type="pres">
      <dgm:prSet presAssocID="{5659A9C9-D612-4185-9DCD-91C8FF5EC7CC}" presName="iconBgRect" presStyleLbl="bgShp" presStyleIdx="6" presStyleCnt="8"/>
      <dgm:spPr/>
    </dgm:pt>
    <dgm:pt modelId="{22C17707-CA73-4992-9194-48C0B61AEF1D}" type="pres">
      <dgm:prSet presAssocID="{5659A9C9-D612-4185-9DCD-91C8FF5EC7CC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6914250F-B297-458A-A0AE-94823AB3BA04}" type="pres">
      <dgm:prSet presAssocID="{5659A9C9-D612-4185-9DCD-91C8FF5EC7CC}" presName="spaceRect" presStyleCnt="0"/>
      <dgm:spPr/>
    </dgm:pt>
    <dgm:pt modelId="{0112E109-8D3B-4849-8184-46CC2176E6F2}" type="pres">
      <dgm:prSet presAssocID="{5659A9C9-D612-4185-9DCD-91C8FF5EC7CC}" presName="textRect" presStyleLbl="revTx" presStyleIdx="6" presStyleCnt="8">
        <dgm:presLayoutVars>
          <dgm:chMax val="1"/>
          <dgm:chPref val="1"/>
        </dgm:presLayoutVars>
      </dgm:prSet>
      <dgm:spPr/>
    </dgm:pt>
    <dgm:pt modelId="{410ADD8C-36ED-4097-BDC9-3AC7B3808BB1}" type="pres">
      <dgm:prSet presAssocID="{958CBE86-89A2-47E5-AC53-3A07E431D203}" presName="sibTrans" presStyleLbl="sibTrans2D1" presStyleIdx="0" presStyleCnt="0"/>
      <dgm:spPr/>
    </dgm:pt>
    <dgm:pt modelId="{CF2CF330-38A4-4925-BA87-3D4D54D02A78}" type="pres">
      <dgm:prSet presAssocID="{A1AF0F57-34B0-41DB-9BF0-4AA19AB2575E}" presName="compNode" presStyleCnt="0"/>
      <dgm:spPr/>
    </dgm:pt>
    <dgm:pt modelId="{6EDFAB1D-AC61-4C24-86B3-BF9F63BD3277}" type="pres">
      <dgm:prSet presAssocID="{A1AF0F57-34B0-41DB-9BF0-4AA19AB2575E}" presName="iconBgRect" presStyleLbl="bgShp" presStyleIdx="7" presStyleCnt="8"/>
      <dgm:spPr/>
    </dgm:pt>
    <dgm:pt modelId="{E5192BB2-680A-453C-AF85-4EB7F7DBFC87}" type="pres">
      <dgm:prSet presAssocID="{A1AF0F57-34B0-41DB-9BF0-4AA19AB2575E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s"/>
        </a:ext>
      </dgm:extLst>
    </dgm:pt>
    <dgm:pt modelId="{D9E80DEA-D7C4-4F88-AE92-B21BAD361094}" type="pres">
      <dgm:prSet presAssocID="{A1AF0F57-34B0-41DB-9BF0-4AA19AB2575E}" presName="spaceRect" presStyleCnt="0"/>
      <dgm:spPr/>
    </dgm:pt>
    <dgm:pt modelId="{072212D3-F0C0-4325-BB69-3AF278757C06}" type="pres">
      <dgm:prSet presAssocID="{A1AF0F57-34B0-41DB-9BF0-4AA19AB2575E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A0001302-C69C-4630-A3B9-FACF0B5F6D04}" type="presOf" srcId="{7424EDD1-A349-44DA-8938-106D38FF7E16}" destId="{83470CA4-EC4F-4B48-80E0-75F062BD1FAA}" srcOrd="0" destOrd="0" presId="urn:microsoft.com/office/officeart/2018/2/layout/IconCircleList"/>
    <dgm:cxn modelId="{FCE6F511-1A55-438E-8F84-644142AE7251}" srcId="{89B02910-9A05-4952-9D3F-180ECC5CD45A}" destId="{C3B3D059-A187-41D7-94CB-5E42A11EB598}" srcOrd="2" destOrd="0" parTransId="{7CA9BCB7-6474-435A-8670-50D070E3295D}" sibTransId="{CCFED7F3-B143-4CAE-A612-092C9C2D3FB7}"/>
    <dgm:cxn modelId="{ADCF9518-B166-4BEF-A0B7-9F0A25629DB1}" type="presOf" srcId="{F7CD624A-4F7D-4AA0-8822-FFDBAD5D7831}" destId="{579AEFD3-CFBE-4284-A2FB-B9B0A2D382C4}" srcOrd="0" destOrd="0" presId="urn:microsoft.com/office/officeart/2018/2/layout/IconCircleList"/>
    <dgm:cxn modelId="{F3BCF923-A977-4A53-A54C-E452EF46E442}" type="presOf" srcId="{91BE2DAA-EACB-4745-8742-A9AD9E975B6B}" destId="{60DD79C4-80E7-4B71-8C84-D0D9DF1BFB50}" srcOrd="0" destOrd="0" presId="urn:microsoft.com/office/officeart/2018/2/layout/IconCircleList"/>
    <dgm:cxn modelId="{1DEDA42E-D936-4C36-9396-AE4F0BBF77A3}" type="presOf" srcId="{A1AF0F57-34B0-41DB-9BF0-4AA19AB2575E}" destId="{072212D3-F0C0-4325-BB69-3AF278757C06}" srcOrd="0" destOrd="0" presId="urn:microsoft.com/office/officeart/2018/2/layout/IconCircleList"/>
    <dgm:cxn modelId="{7597C438-C938-4ED6-838F-4D7861EA074F}" type="presOf" srcId="{89651347-8169-47A4-A1D6-581AB19B547D}" destId="{10D41F98-81CD-496F-AC59-32A312A8494E}" srcOrd="0" destOrd="0" presId="urn:microsoft.com/office/officeart/2018/2/layout/IconCircleList"/>
    <dgm:cxn modelId="{362E3C4C-7731-4A30-B5DA-B18979D1F8DB}" type="presOf" srcId="{7C42BF5C-30B8-4E96-B7FC-B7F9183A6C95}" destId="{631C9C4F-4D21-4402-A608-C869CD982FE7}" srcOrd="0" destOrd="0" presId="urn:microsoft.com/office/officeart/2018/2/layout/IconCircleList"/>
    <dgm:cxn modelId="{AACFF26C-F461-4895-A8C8-5FC9515491F5}" type="presOf" srcId="{5659A9C9-D612-4185-9DCD-91C8FF5EC7CC}" destId="{0112E109-8D3B-4849-8184-46CC2176E6F2}" srcOrd="0" destOrd="0" presId="urn:microsoft.com/office/officeart/2018/2/layout/IconCircleList"/>
    <dgm:cxn modelId="{EE728885-BC90-4868-95C9-873364D1A7BA}" type="presOf" srcId="{F462BAFE-5672-4B43-84D0-B3DD45596BE4}" destId="{6A05C485-B3AF-4D42-8F48-3CCC9E3B702A}" srcOrd="0" destOrd="0" presId="urn:microsoft.com/office/officeart/2018/2/layout/IconCircleList"/>
    <dgm:cxn modelId="{86574F88-F5CB-490A-AB8A-A451A4383D2D}" srcId="{89B02910-9A05-4952-9D3F-180ECC5CD45A}" destId="{89651347-8169-47A4-A1D6-581AB19B547D}" srcOrd="4" destOrd="0" parTransId="{331B7085-110E-496D-8963-EF809EE8B0EC}" sibTransId="{7424EDD1-A349-44DA-8938-106D38FF7E16}"/>
    <dgm:cxn modelId="{9B1E838A-40B1-4A7F-88D7-2BCF9F84862B}" srcId="{89B02910-9A05-4952-9D3F-180ECC5CD45A}" destId="{962BD498-919E-41BD-BADF-731559AEC032}" srcOrd="3" destOrd="0" parTransId="{B13ADC92-3333-42F4-811A-4090CEFC6022}" sibTransId="{1E5D4696-E6A5-4D95-9EEF-5DB41561AB30}"/>
    <dgm:cxn modelId="{8E057D9A-4AD8-462F-8198-D3A4AC36241E}" srcId="{89B02910-9A05-4952-9D3F-180ECC5CD45A}" destId="{F7CD624A-4F7D-4AA0-8822-FFDBAD5D7831}" srcOrd="0" destOrd="0" parTransId="{AD0EF3CA-A4AE-44F2-A680-7C1B45F8DAA7}" sibTransId="{7C42BF5C-30B8-4E96-B7FC-B7F9183A6C95}"/>
    <dgm:cxn modelId="{F122CBA3-EFA5-4468-937E-4F71FF50846A}" type="presOf" srcId="{1E5D4696-E6A5-4D95-9EEF-5DB41561AB30}" destId="{6E94B6A7-3AA0-4FEE-88BC-6FAE688750FE}" srcOrd="0" destOrd="0" presId="urn:microsoft.com/office/officeart/2018/2/layout/IconCircleList"/>
    <dgm:cxn modelId="{BEFC68AC-2635-4C63-8798-1A019737C6A4}" srcId="{89B02910-9A05-4952-9D3F-180ECC5CD45A}" destId="{5659A9C9-D612-4185-9DCD-91C8FF5EC7CC}" srcOrd="6" destOrd="0" parTransId="{7E4DE85E-C6AC-40A0-BAD7-56D590A32079}" sibTransId="{958CBE86-89A2-47E5-AC53-3A07E431D203}"/>
    <dgm:cxn modelId="{5D842AB1-027B-4BAF-8127-94636E448245}" type="presOf" srcId="{962BD498-919E-41BD-BADF-731559AEC032}" destId="{C99ADEAA-86B3-4640-BCF6-B6630A1BF9BD}" srcOrd="0" destOrd="0" presId="urn:microsoft.com/office/officeart/2018/2/layout/IconCircleList"/>
    <dgm:cxn modelId="{A95184B3-FC74-4916-B73D-9CCFF4D3B137}" srcId="{89B02910-9A05-4952-9D3F-180ECC5CD45A}" destId="{84D17744-3B85-4A3F-BD45-E4BA4F1164F4}" srcOrd="1" destOrd="0" parTransId="{41D38515-5DC1-41D4-AC26-AA340759D67A}" sibTransId="{5458A1FC-160F-4B81-A9D5-10A117D549C9}"/>
    <dgm:cxn modelId="{C0300BB9-CD76-4189-945A-34B30E598928}" type="presOf" srcId="{C3B3D059-A187-41D7-94CB-5E42A11EB598}" destId="{C74987F6-99E9-4E06-958A-7EC6CAFC8FF5}" srcOrd="0" destOrd="0" presId="urn:microsoft.com/office/officeart/2018/2/layout/IconCircleList"/>
    <dgm:cxn modelId="{5524F8BD-7EBD-4E5D-B390-B6B079EEF48C}" type="presOf" srcId="{84D17744-3B85-4A3F-BD45-E4BA4F1164F4}" destId="{77FDF43C-A887-4531-A67C-F35A33F43924}" srcOrd="0" destOrd="0" presId="urn:microsoft.com/office/officeart/2018/2/layout/IconCircleList"/>
    <dgm:cxn modelId="{23255EDA-3590-4D27-BC19-DCE21CBFDDBE}" srcId="{89B02910-9A05-4952-9D3F-180ECC5CD45A}" destId="{91BE2DAA-EACB-4745-8742-A9AD9E975B6B}" srcOrd="5" destOrd="0" parTransId="{64D0DAA4-8998-45A1-9272-C223DC9C5DD5}" sibTransId="{F462BAFE-5672-4B43-84D0-B3DD45596BE4}"/>
    <dgm:cxn modelId="{0D115EDF-218E-4DFB-B70F-F5B68BD814BC}" type="presOf" srcId="{CCFED7F3-B143-4CAE-A612-092C9C2D3FB7}" destId="{DFAA5DA5-7845-4820-AD35-C828E234CF36}" srcOrd="0" destOrd="0" presId="urn:microsoft.com/office/officeart/2018/2/layout/IconCircleList"/>
    <dgm:cxn modelId="{F004A6E0-7639-4582-B7C1-B244ADEAA980}" srcId="{89B02910-9A05-4952-9D3F-180ECC5CD45A}" destId="{A1AF0F57-34B0-41DB-9BF0-4AA19AB2575E}" srcOrd="7" destOrd="0" parTransId="{066734E8-8F2B-40BB-A9DC-BDB60FB2A213}" sibTransId="{29536B26-3306-42AB-80FA-5ED2CD5226B6}"/>
    <dgm:cxn modelId="{5DE50BED-8F07-4526-AC1C-D0E8C03D73F5}" type="presOf" srcId="{5458A1FC-160F-4B81-A9D5-10A117D549C9}" destId="{DDED9CC1-D3D8-4170-BD57-5F471047B6E8}" srcOrd="0" destOrd="0" presId="urn:microsoft.com/office/officeart/2018/2/layout/IconCircleList"/>
    <dgm:cxn modelId="{D9B1DCEE-2369-4AB1-8CDB-1CF46B4B9D9E}" type="presOf" srcId="{958CBE86-89A2-47E5-AC53-3A07E431D203}" destId="{410ADD8C-36ED-4097-BDC9-3AC7B3808BB1}" srcOrd="0" destOrd="0" presId="urn:microsoft.com/office/officeart/2018/2/layout/IconCircleList"/>
    <dgm:cxn modelId="{2DFC5DF1-5AAB-4873-B0D2-5F760355E99D}" type="presOf" srcId="{89B02910-9A05-4952-9D3F-180ECC5CD45A}" destId="{ED683138-D7A8-4D2E-881C-9E73A172E614}" srcOrd="0" destOrd="0" presId="urn:microsoft.com/office/officeart/2018/2/layout/IconCircleList"/>
    <dgm:cxn modelId="{9B70ABBF-9FDD-419B-9083-C4BA00C833AD}" type="presParOf" srcId="{ED683138-D7A8-4D2E-881C-9E73A172E614}" destId="{4754070C-1F44-4551-82D1-98DBD7E7E46F}" srcOrd="0" destOrd="0" presId="urn:microsoft.com/office/officeart/2018/2/layout/IconCircleList"/>
    <dgm:cxn modelId="{D81FE0E0-C9F3-4ABF-AA87-B587035BE30C}" type="presParOf" srcId="{4754070C-1F44-4551-82D1-98DBD7E7E46F}" destId="{EE46F404-59C7-468E-A309-248CE839CEB4}" srcOrd="0" destOrd="0" presId="urn:microsoft.com/office/officeart/2018/2/layout/IconCircleList"/>
    <dgm:cxn modelId="{DD650205-B388-45BA-BE68-B799DC5DB8CA}" type="presParOf" srcId="{EE46F404-59C7-468E-A309-248CE839CEB4}" destId="{F869F3CA-F357-42CE-9DE5-E8B824AEE437}" srcOrd="0" destOrd="0" presId="urn:microsoft.com/office/officeart/2018/2/layout/IconCircleList"/>
    <dgm:cxn modelId="{80343822-B38C-49D1-8D77-27EA7F3B383E}" type="presParOf" srcId="{EE46F404-59C7-468E-A309-248CE839CEB4}" destId="{BEEEB10E-978D-4442-90D0-756C1122F59B}" srcOrd="1" destOrd="0" presId="urn:microsoft.com/office/officeart/2018/2/layout/IconCircleList"/>
    <dgm:cxn modelId="{125488F2-FA80-415E-96D4-2B7D3BE658D9}" type="presParOf" srcId="{EE46F404-59C7-468E-A309-248CE839CEB4}" destId="{8A9A67C0-7C1E-401F-957B-8AA71AFC5DFC}" srcOrd="2" destOrd="0" presId="urn:microsoft.com/office/officeart/2018/2/layout/IconCircleList"/>
    <dgm:cxn modelId="{5184302D-BD17-4B9E-81D6-35E90165D3D2}" type="presParOf" srcId="{EE46F404-59C7-468E-A309-248CE839CEB4}" destId="{579AEFD3-CFBE-4284-A2FB-B9B0A2D382C4}" srcOrd="3" destOrd="0" presId="urn:microsoft.com/office/officeart/2018/2/layout/IconCircleList"/>
    <dgm:cxn modelId="{49701DB0-6BAD-46B0-8AAF-461D2A9CA71F}" type="presParOf" srcId="{4754070C-1F44-4551-82D1-98DBD7E7E46F}" destId="{631C9C4F-4D21-4402-A608-C869CD982FE7}" srcOrd="1" destOrd="0" presId="urn:microsoft.com/office/officeart/2018/2/layout/IconCircleList"/>
    <dgm:cxn modelId="{55C42111-EFD9-4461-B317-62786F00651A}" type="presParOf" srcId="{4754070C-1F44-4551-82D1-98DBD7E7E46F}" destId="{37790DAB-6CF6-453B-BF77-1E6120AF7513}" srcOrd="2" destOrd="0" presId="urn:microsoft.com/office/officeart/2018/2/layout/IconCircleList"/>
    <dgm:cxn modelId="{D68059DA-F237-419C-82F7-5938A020D3D5}" type="presParOf" srcId="{37790DAB-6CF6-453B-BF77-1E6120AF7513}" destId="{A45E1C61-0715-48D2-B5D4-022BD2EBCD30}" srcOrd="0" destOrd="0" presId="urn:microsoft.com/office/officeart/2018/2/layout/IconCircleList"/>
    <dgm:cxn modelId="{21F8853D-C76B-43B2-B148-043EFBAD5A33}" type="presParOf" srcId="{37790DAB-6CF6-453B-BF77-1E6120AF7513}" destId="{78E4A7FF-3D19-417B-91F4-B022A5748A92}" srcOrd="1" destOrd="0" presId="urn:microsoft.com/office/officeart/2018/2/layout/IconCircleList"/>
    <dgm:cxn modelId="{2405DE37-CF40-43AB-A7C9-CB7C4E4A0E7D}" type="presParOf" srcId="{37790DAB-6CF6-453B-BF77-1E6120AF7513}" destId="{E160FEE5-20BA-4153-BA89-95961DAF9DB7}" srcOrd="2" destOrd="0" presId="urn:microsoft.com/office/officeart/2018/2/layout/IconCircleList"/>
    <dgm:cxn modelId="{119423BB-28DB-4C56-8F48-EA9E8195326D}" type="presParOf" srcId="{37790DAB-6CF6-453B-BF77-1E6120AF7513}" destId="{77FDF43C-A887-4531-A67C-F35A33F43924}" srcOrd="3" destOrd="0" presId="urn:microsoft.com/office/officeart/2018/2/layout/IconCircleList"/>
    <dgm:cxn modelId="{A7EE0AF4-698E-4FD5-9E41-CA69562BD39E}" type="presParOf" srcId="{4754070C-1F44-4551-82D1-98DBD7E7E46F}" destId="{DDED9CC1-D3D8-4170-BD57-5F471047B6E8}" srcOrd="3" destOrd="0" presId="urn:microsoft.com/office/officeart/2018/2/layout/IconCircleList"/>
    <dgm:cxn modelId="{87224FB9-4050-4C39-B17D-791DAB788439}" type="presParOf" srcId="{4754070C-1F44-4551-82D1-98DBD7E7E46F}" destId="{9E54F7EA-9282-4554-AABB-B22681CBF11F}" srcOrd="4" destOrd="0" presId="urn:microsoft.com/office/officeart/2018/2/layout/IconCircleList"/>
    <dgm:cxn modelId="{77646034-C0B6-479C-8392-5E80F6244E23}" type="presParOf" srcId="{9E54F7EA-9282-4554-AABB-B22681CBF11F}" destId="{2510DCFB-B6DB-4943-AD63-8D662605CC30}" srcOrd="0" destOrd="0" presId="urn:microsoft.com/office/officeart/2018/2/layout/IconCircleList"/>
    <dgm:cxn modelId="{4555DF95-1E2B-417C-805A-F5DF1EF29937}" type="presParOf" srcId="{9E54F7EA-9282-4554-AABB-B22681CBF11F}" destId="{45E2D5C3-2819-4984-B902-CEAB3097BC92}" srcOrd="1" destOrd="0" presId="urn:microsoft.com/office/officeart/2018/2/layout/IconCircleList"/>
    <dgm:cxn modelId="{745A8917-50EE-4E2B-88B7-5362FC297057}" type="presParOf" srcId="{9E54F7EA-9282-4554-AABB-B22681CBF11F}" destId="{5E874924-C080-4E92-9157-F50377916D68}" srcOrd="2" destOrd="0" presId="urn:microsoft.com/office/officeart/2018/2/layout/IconCircleList"/>
    <dgm:cxn modelId="{2B962BFA-62CC-4365-8147-6B5B29034DE8}" type="presParOf" srcId="{9E54F7EA-9282-4554-AABB-B22681CBF11F}" destId="{C74987F6-99E9-4E06-958A-7EC6CAFC8FF5}" srcOrd="3" destOrd="0" presId="urn:microsoft.com/office/officeart/2018/2/layout/IconCircleList"/>
    <dgm:cxn modelId="{67DC400F-B0F6-48F3-9163-F48EA83ABA8E}" type="presParOf" srcId="{4754070C-1F44-4551-82D1-98DBD7E7E46F}" destId="{DFAA5DA5-7845-4820-AD35-C828E234CF36}" srcOrd="5" destOrd="0" presId="urn:microsoft.com/office/officeart/2018/2/layout/IconCircleList"/>
    <dgm:cxn modelId="{BDB17BB5-8E8F-47FC-949E-AE895398CFAB}" type="presParOf" srcId="{4754070C-1F44-4551-82D1-98DBD7E7E46F}" destId="{F5235551-579E-45BE-83C9-81B25ABB18BC}" srcOrd="6" destOrd="0" presId="urn:microsoft.com/office/officeart/2018/2/layout/IconCircleList"/>
    <dgm:cxn modelId="{977EA9BC-7AB8-4E6E-B638-5326A1479673}" type="presParOf" srcId="{F5235551-579E-45BE-83C9-81B25ABB18BC}" destId="{6A137C44-9F81-40A0-8905-D8ABA57D25AA}" srcOrd="0" destOrd="0" presId="urn:microsoft.com/office/officeart/2018/2/layout/IconCircleList"/>
    <dgm:cxn modelId="{77405131-FBFF-4D8D-A496-3E2B8454DE73}" type="presParOf" srcId="{F5235551-579E-45BE-83C9-81B25ABB18BC}" destId="{3234CBCB-2FCB-4633-8471-1B88AE4F58BC}" srcOrd="1" destOrd="0" presId="urn:microsoft.com/office/officeart/2018/2/layout/IconCircleList"/>
    <dgm:cxn modelId="{D92C610F-3900-4442-B02C-EAF25A72ECF5}" type="presParOf" srcId="{F5235551-579E-45BE-83C9-81B25ABB18BC}" destId="{8D4D8B39-5304-4559-AC92-AA085AA14955}" srcOrd="2" destOrd="0" presId="urn:microsoft.com/office/officeart/2018/2/layout/IconCircleList"/>
    <dgm:cxn modelId="{55932354-5CB7-42C1-B0D2-07DF09F492FA}" type="presParOf" srcId="{F5235551-579E-45BE-83C9-81B25ABB18BC}" destId="{C99ADEAA-86B3-4640-BCF6-B6630A1BF9BD}" srcOrd="3" destOrd="0" presId="urn:microsoft.com/office/officeart/2018/2/layout/IconCircleList"/>
    <dgm:cxn modelId="{C4C1DCE2-4704-4F28-A50F-470533CB50F0}" type="presParOf" srcId="{4754070C-1F44-4551-82D1-98DBD7E7E46F}" destId="{6E94B6A7-3AA0-4FEE-88BC-6FAE688750FE}" srcOrd="7" destOrd="0" presId="urn:microsoft.com/office/officeart/2018/2/layout/IconCircleList"/>
    <dgm:cxn modelId="{0DB7AAFB-1F6E-405E-84C3-276328F7F10B}" type="presParOf" srcId="{4754070C-1F44-4551-82D1-98DBD7E7E46F}" destId="{D33B6B1E-AE49-469B-887F-6243EB10EAA6}" srcOrd="8" destOrd="0" presId="urn:microsoft.com/office/officeart/2018/2/layout/IconCircleList"/>
    <dgm:cxn modelId="{5BEB2EBB-C407-4EED-A25F-A8F5642B693A}" type="presParOf" srcId="{D33B6B1E-AE49-469B-887F-6243EB10EAA6}" destId="{ACEDE872-6432-4387-8E87-35A36CD00518}" srcOrd="0" destOrd="0" presId="urn:microsoft.com/office/officeart/2018/2/layout/IconCircleList"/>
    <dgm:cxn modelId="{F7FDBC28-1A60-44D5-82E2-7AFE86975B45}" type="presParOf" srcId="{D33B6B1E-AE49-469B-887F-6243EB10EAA6}" destId="{392BD91C-2E22-4A46-9276-FDA5C4742DDC}" srcOrd="1" destOrd="0" presId="urn:microsoft.com/office/officeart/2018/2/layout/IconCircleList"/>
    <dgm:cxn modelId="{3AD3C777-B75B-40A1-9E31-C99E2D285D1D}" type="presParOf" srcId="{D33B6B1E-AE49-469B-887F-6243EB10EAA6}" destId="{6D75011D-C6BA-4C5E-87B6-C54E900F1506}" srcOrd="2" destOrd="0" presId="urn:microsoft.com/office/officeart/2018/2/layout/IconCircleList"/>
    <dgm:cxn modelId="{A2EF39A7-F018-46B7-B562-CDEFE3A4EC23}" type="presParOf" srcId="{D33B6B1E-AE49-469B-887F-6243EB10EAA6}" destId="{10D41F98-81CD-496F-AC59-32A312A8494E}" srcOrd="3" destOrd="0" presId="urn:microsoft.com/office/officeart/2018/2/layout/IconCircleList"/>
    <dgm:cxn modelId="{A43302F4-F3BB-4B84-AF6D-569905927F2E}" type="presParOf" srcId="{4754070C-1F44-4551-82D1-98DBD7E7E46F}" destId="{83470CA4-EC4F-4B48-80E0-75F062BD1FAA}" srcOrd="9" destOrd="0" presId="urn:microsoft.com/office/officeart/2018/2/layout/IconCircleList"/>
    <dgm:cxn modelId="{DDA2D69B-C907-4D1B-9C62-B67157FDEBCB}" type="presParOf" srcId="{4754070C-1F44-4551-82D1-98DBD7E7E46F}" destId="{0C7012D0-1B94-4D1E-9F47-FF0E4AD02AF4}" srcOrd="10" destOrd="0" presId="urn:microsoft.com/office/officeart/2018/2/layout/IconCircleList"/>
    <dgm:cxn modelId="{6DDD34AE-766E-4135-B6A3-33DC0A1D07CC}" type="presParOf" srcId="{0C7012D0-1B94-4D1E-9F47-FF0E4AD02AF4}" destId="{8987E4A3-BC36-4F00-9D70-D24C55CD3AAE}" srcOrd="0" destOrd="0" presId="urn:microsoft.com/office/officeart/2018/2/layout/IconCircleList"/>
    <dgm:cxn modelId="{DD007C7A-94FD-4349-B976-45DFF91B5394}" type="presParOf" srcId="{0C7012D0-1B94-4D1E-9F47-FF0E4AD02AF4}" destId="{B4283111-9F2A-4869-9FB6-A2AB3A8459F9}" srcOrd="1" destOrd="0" presId="urn:microsoft.com/office/officeart/2018/2/layout/IconCircleList"/>
    <dgm:cxn modelId="{7B695A0D-9BAB-4766-87F4-8C10384871FF}" type="presParOf" srcId="{0C7012D0-1B94-4D1E-9F47-FF0E4AD02AF4}" destId="{F5FC2ABC-34A5-4C0D-8151-8B539218BDD8}" srcOrd="2" destOrd="0" presId="urn:microsoft.com/office/officeart/2018/2/layout/IconCircleList"/>
    <dgm:cxn modelId="{0758B68A-7BC3-40D6-8C52-F82F1A2C0C4A}" type="presParOf" srcId="{0C7012D0-1B94-4D1E-9F47-FF0E4AD02AF4}" destId="{60DD79C4-80E7-4B71-8C84-D0D9DF1BFB50}" srcOrd="3" destOrd="0" presId="urn:microsoft.com/office/officeart/2018/2/layout/IconCircleList"/>
    <dgm:cxn modelId="{A91568B2-63F5-4A23-9F45-54581ACF93CE}" type="presParOf" srcId="{4754070C-1F44-4551-82D1-98DBD7E7E46F}" destId="{6A05C485-B3AF-4D42-8F48-3CCC9E3B702A}" srcOrd="11" destOrd="0" presId="urn:microsoft.com/office/officeart/2018/2/layout/IconCircleList"/>
    <dgm:cxn modelId="{DF4F8FDB-E4B0-4027-BA22-39C02C7128F0}" type="presParOf" srcId="{4754070C-1F44-4551-82D1-98DBD7E7E46F}" destId="{A3880B74-7851-404B-8594-7F43F43E0F66}" srcOrd="12" destOrd="0" presId="urn:microsoft.com/office/officeart/2018/2/layout/IconCircleList"/>
    <dgm:cxn modelId="{4665C532-E43D-4FEA-9478-CE31E9EC7354}" type="presParOf" srcId="{A3880B74-7851-404B-8594-7F43F43E0F66}" destId="{5D053701-B97A-4BEF-8D44-7EF5917EFA95}" srcOrd="0" destOrd="0" presId="urn:microsoft.com/office/officeart/2018/2/layout/IconCircleList"/>
    <dgm:cxn modelId="{62CEB6F7-8EDC-4DA7-BDD5-7B9BFDC2E097}" type="presParOf" srcId="{A3880B74-7851-404B-8594-7F43F43E0F66}" destId="{22C17707-CA73-4992-9194-48C0B61AEF1D}" srcOrd="1" destOrd="0" presId="urn:microsoft.com/office/officeart/2018/2/layout/IconCircleList"/>
    <dgm:cxn modelId="{A1F3FAB6-5B18-42C1-B7EF-F6288BEEAB6E}" type="presParOf" srcId="{A3880B74-7851-404B-8594-7F43F43E0F66}" destId="{6914250F-B297-458A-A0AE-94823AB3BA04}" srcOrd="2" destOrd="0" presId="urn:microsoft.com/office/officeart/2018/2/layout/IconCircleList"/>
    <dgm:cxn modelId="{499A17E7-D3C4-4051-8B2B-FFD2A0476D61}" type="presParOf" srcId="{A3880B74-7851-404B-8594-7F43F43E0F66}" destId="{0112E109-8D3B-4849-8184-46CC2176E6F2}" srcOrd="3" destOrd="0" presId="urn:microsoft.com/office/officeart/2018/2/layout/IconCircleList"/>
    <dgm:cxn modelId="{693C94D0-C569-43AB-8B12-DDE744460DD1}" type="presParOf" srcId="{4754070C-1F44-4551-82D1-98DBD7E7E46F}" destId="{410ADD8C-36ED-4097-BDC9-3AC7B3808BB1}" srcOrd="13" destOrd="0" presId="urn:microsoft.com/office/officeart/2018/2/layout/IconCircleList"/>
    <dgm:cxn modelId="{C09E5DE5-54CC-497B-AE8B-7C97ABCE43FF}" type="presParOf" srcId="{4754070C-1F44-4551-82D1-98DBD7E7E46F}" destId="{CF2CF330-38A4-4925-BA87-3D4D54D02A78}" srcOrd="14" destOrd="0" presId="urn:microsoft.com/office/officeart/2018/2/layout/IconCircleList"/>
    <dgm:cxn modelId="{A44D9C68-DF4B-4221-95BF-51C3E314DEB4}" type="presParOf" srcId="{CF2CF330-38A4-4925-BA87-3D4D54D02A78}" destId="{6EDFAB1D-AC61-4C24-86B3-BF9F63BD3277}" srcOrd="0" destOrd="0" presId="urn:microsoft.com/office/officeart/2018/2/layout/IconCircleList"/>
    <dgm:cxn modelId="{EACF546E-EE58-4CED-BF03-10A03A363765}" type="presParOf" srcId="{CF2CF330-38A4-4925-BA87-3D4D54D02A78}" destId="{E5192BB2-680A-453C-AF85-4EB7F7DBFC87}" srcOrd="1" destOrd="0" presId="urn:microsoft.com/office/officeart/2018/2/layout/IconCircleList"/>
    <dgm:cxn modelId="{70681856-0C37-4F9B-A3E5-C0CEFD297CD6}" type="presParOf" srcId="{CF2CF330-38A4-4925-BA87-3D4D54D02A78}" destId="{D9E80DEA-D7C4-4F88-AE92-B21BAD361094}" srcOrd="2" destOrd="0" presId="urn:microsoft.com/office/officeart/2018/2/layout/IconCircleList"/>
    <dgm:cxn modelId="{F93EEA70-AE10-4CEF-AA5C-77A25F980A94}" type="presParOf" srcId="{CF2CF330-38A4-4925-BA87-3D4D54D02A78}" destId="{072212D3-F0C0-4325-BB69-3AF278757C0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41B87C-C5C5-4903-975B-5FA0BE216DF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E503C6-53E4-4943-ADA5-B517B271E194}">
      <dgm:prSet/>
      <dgm:spPr/>
      <dgm:t>
        <a:bodyPr/>
        <a:lstStyle/>
        <a:p>
          <a:r>
            <a:rPr lang="en-US"/>
            <a:t>Trust rating system (AI-based)</a:t>
          </a:r>
        </a:p>
      </dgm:t>
    </dgm:pt>
    <dgm:pt modelId="{C01EDF35-0ED0-4ED0-9E62-0F553F423073}" type="parTrans" cxnId="{BAE37E89-1EB5-4D76-BA30-79DE6C3FDB97}">
      <dgm:prSet/>
      <dgm:spPr/>
      <dgm:t>
        <a:bodyPr/>
        <a:lstStyle/>
        <a:p>
          <a:endParaRPr lang="en-US"/>
        </a:p>
      </dgm:t>
    </dgm:pt>
    <dgm:pt modelId="{0174B62A-2070-4445-8E00-BDA66AF6E547}" type="sibTrans" cxnId="{BAE37E89-1EB5-4D76-BA30-79DE6C3FDB97}">
      <dgm:prSet/>
      <dgm:spPr/>
      <dgm:t>
        <a:bodyPr/>
        <a:lstStyle/>
        <a:p>
          <a:endParaRPr lang="en-US"/>
        </a:p>
      </dgm:t>
    </dgm:pt>
    <dgm:pt modelId="{B1F5BFAB-0A62-4C8F-8D9E-C84B87B6EB66}">
      <dgm:prSet/>
      <dgm:spPr/>
      <dgm:t>
        <a:bodyPr/>
        <a:lstStyle/>
        <a:p>
          <a:r>
            <a:rPr lang="en-US"/>
            <a:t>Badge system (top lender, etc.)</a:t>
          </a:r>
        </a:p>
      </dgm:t>
    </dgm:pt>
    <dgm:pt modelId="{7003F09C-0F0C-4E20-BB04-D45CA9E525FE}" type="parTrans" cxnId="{C22DDC8E-72C7-4EBD-A9F2-B4F3181304FC}">
      <dgm:prSet/>
      <dgm:spPr/>
      <dgm:t>
        <a:bodyPr/>
        <a:lstStyle/>
        <a:p>
          <a:endParaRPr lang="en-US"/>
        </a:p>
      </dgm:t>
    </dgm:pt>
    <dgm:pt modelId="{A1DFB9FA-C414-4902-9533-0BD73F6F6368}" type="sibTrans" cxnId="{C22DDC8E-72C7-4EBD-A9F2-B4F3181304FC}">
      <dgm:prSet/>
      <dgm:spPr/>
      <dgm:t>
        <a:bodyPr/>
        <a:lstStyle/>
        <a:p>
          <a:endParaRPr lang="en-US"/>
        </a:p>
      </dgm:t>
    </dgm:pt>
    <dgm:pt modelId="{ECB88A36-B639-4FF7-B04F-1C4C311C187C}">
      <dgm:prSet/>
      <dgm:spPr/>
      <dgm:t>
        <a:bodyPr/>
        <a:lstStyle/>
        <a:p>
          <a:r>
            <a:rPr lang="en-US"/>
            <a:t>Smart pricing engine</a:t>
          </a:r>
        </a:p>
      </dgm:t>
    </dgm:pt>
    <dgm:pt modelId="{7B2EEEB0-940B-4773-8116-C9FCAA9D5C84}" type="parTrans" cxnId="{BA2D3D8D-EC54-45C7-B5C2-191905AFC50E}">
      <dgm:prSet/>
      <dgm:spPr/>
      <dgm:t>
        <a:bodyPr/>
        <a:lstStyle/>
        <a:p>
          <a:endParaRPr lang="en-US"/>
        </a:p>
      </dgm:t>
    </dgm:pt>
    <dgm:pt modelId="{AB470602-CA94-4611-81A0-B371F561E240}" type="sibTrans" cxnId="{BA2D3D8D-EC54-45C7-B5C2-191905AFC50E}">
      <dgm:prSet/>
      <dgm:spPr/>
      <dgm:t>
        <a:bodyPr/>
        <a:lstStyle/>
        <a:p>
          <a:endParaRPr lang="en-US"/>
        </a:p>
      </dgm:t>
    </dgm:pt>
    <dgm:pt modelId="{E3539741-BA3E-4C6E-88B1-23FE0DB5CEAD}">
      <dgm:prSet/>
      <dgm:spPr/>
      <dgm:t>
        <a:bodyPr/>
        <a:lstStyle/>
        <a:p>
          <a:r>
            <a:rPr lang="en-US"/>
            <a:t>Rental subscription model</a:t>
          </a:r>
        </a:p>
      </dgm:t>
    </dgm:pt>
    <dgm:pt modelId="{149D6521-47A6-4364-853D-2B090DE8B3A9}" type="parTrans" cxnId="{6C72098A-95D6-42CE-A88C-63988551ED75}">
      <dgm:prSet/>
      <dgm:spPr/>
      <dgm:t>
        <a:bodyPr/>
        <a:lstStyle/>
        <a:p>
          <a:endParaRPr lang="en-US"/>
        </a:p>
      </dgm:t>
    </dgm:pt>
    <dgm:pt modelId="{CC8E70E8-5B7B-4909-8727-3C666A989CD2}" type="sibTrans" cxnId="{6C72098A-95D6-42CE-A88C-63988551ED75}">
      <dgm:prSet/>
      <dgm:spPr/>
      <dgm:t>
        <a:bodyPr/>
        <a:lstStyle/>
        <a:p>
          <a:endParaRPr lang="en-US"/>
        </a:p>
      </dgm:t>
    </dgm:pt>
    <dgm:pt modelId="{E7F04A9E-A4E5-4FB3-9C11-BF6E256B1457}" type="pres">
      <dgm:prSet presAssocID="{FB41B87C-C5C5-4903-975B-5FA0BE216DF7}" presName="matrix" presStyleCnt="0">
        <dgm:presLayoutVars>
          <dgm:chMax val="1"/>
          <dgm:dir/>
          <dgm:resizeHandles val="exact"/>
        </dgm:presLayoutVars>
      </dgm:prSet>
      <dgm:spPr/>
    </dgm:pt>
    <dgm:pt modelId="{C150F073-775D-4448-9E77-A1F1D7BF86DC}" type="pres">
      <dgm:prSet presAssocID="{FB41B87C-C5C5-4903-975B-5FA0BE216DF7}" presName="diamond" presStyleLbl="bgShp" presStyleIdx="0" presStyleCnt="1"/>
      <dgm:spPr/>
    </dgm:pt>
    <dgm:pt modelId="{1F8C05DA-147B-49B5-9A08-580E4D68D953}" type="pres">
      <dgm:prSet presAssocID="{FB41B87C-C5C5-4903-975B-5FA0BE216DF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9EA652B-3641-454F-8D93-FBB3313B46F2}" type="pres">
      <dgm:prSet presAssocID="{FB41B87C-C5C5-4903-975B-5FA0BE216DF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F415032-87F9-41CA-98B1-5A2728DE6C76}" type="pres">
      <dgm:prSet presAssocID="{FB41B87C-C5C5-4903-975B-5FA0BE216DF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A9D28F1-BCC3-4E8C-A815-EC10938DCBC3}" type="pres">
      <dgm:prSet presAssocID="{FB41B87C-C5C5-4903-975B-5FA0BE216DF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95B0E36-3738-4413-9A56-90C8B9C1A425}" type="presOf" srcId="{ECB88A36-B639-4FF7-B04F-1C4C311C187C}" destId="{FF415032-87F9-41CA-98B1-5A2728DE6C76}" srcOrd="0" destOrd="0" presId="urn:microsoft.com/office/officeart/2005/8/layout/matrix3"/>
    <dgm:cxn modelId="{22298B5A-E447-473A-B403-499554E95C02}" type="presOf" srcId="{C7E503C6-53E4-4943-ADA5-B517B271E194}" destId="{1F8C05DA-147B-49B5-9A08-580E4D68D953}" srcOrd="0" destOrd="0" presId="urn:microsoft.com/office/officeart/2005/8/layout/matrix3"/>
    <dgm:cxn modelId="{970B2E7B-6F51-4984-B294-43325C8C81F6}" type="presOf" srcId="{E3539741-BA3E-4C6E-88B1-23FE0DB5CEAD}" destId="{7A9D28F1-BCC3-4E8C-A815-EC10938DCBC3}" srcOrd="0" destOrd="0" presId="urn:microsoft.com/office/officeart/2005/8/layout/matrix3"/>
    <dgm:cxn modelId="{BAE37E89-1EB5-4D76-BA30-79DE6C3FDB97}" srcId="{FB41B87C-C5C5-4903-975B-5FA0BE216DF7}" destId="{C7E503C6-53E4-4943-ADA5-B517B271E194}" srcOrd="0" destOrd="0" parTransId="{C01EDF35-0ED0-4ED0-9E62-0F553F423073}" sibTransId="{0174B62A-2070-4445-8E00-BDA66AF6E547}"/>
    <dgm:cxn modelId="{6C72098A-95D6-42CE-A88C-63988551ED75}" srcId="{FB41B87C-C5C5-4903-975B-5FA0BE216DF7}" destId="{E3539741-BA3E-4C6E-88B1-23FE0DB5CEAD}" srcOrd="3" destOrd="0" parTransId="{149D6521-47A6-4364-853D-2B090DE8B3A9}" sibTransId="{CC8E70E8-5B7B-4909-8727-3C666A989CD2}"/>
    <dgm:cxn modelId="{BA2D3D8D-EC54-45C7-B5C2-191905AFC50E}" srcId="{FB41B87C-C5C5-4903-975B-5FA0BE216DF7}" destId="{ECB88A36-B639-4FF7-B04F-1C4C311C187C}" srcOrd="2" destOrd="0" parTransId="{7B2EEEB0-940B-4773-8116-C9FCAA9D5C84}" sibTransId="{AB470602-CA94-4611-81A0-B371F561E240}"/>
    <dgm:cxn modelId="{C22DDC8E-72C7-4EBD-A9F2-B4F3181304FC}" srcId="{FB41B87C-C5C5-4903-975B-5FA0BE216DF7}" destId="{B1F5BFAB-0A62-4C8F-8D9E-C84B87B6EB66}" srcOrd="1" destOrd="0" parTransId="{7003F09C-0F0C-4E20-BB04-D45CA9E525FE}" sibTransId="{A1DFB9FA-C414-4902-9533-0BD73F6F6368}"/>
    <dgm:cxn modelId="{3AEA2098-E3F0-466E-914E-DCD1A291B551}" type="presOf" srcId="{B1F5BFAB-0A62-4C8F-8D9E-C84B87B6EB66}" destId="{89EA652B-3641-454F-8D93-FBB3313B46F2}" srcOrd="0" destOrd="0" presId="urn:microsoft.com/office/officeart/2005/8/layout/matrix3"/>
    <dgm:cxn modelId="{9B0629A9-E30D-4142-A9DF-C5D0DCF87C47}" type="presOf" srcId="{FB41B87C-C5C5-4903-975B-5FA0BE216DF7}" destId="{E7F04A9E-A4E5-4FB3-9C11-BF6E256B1457}" srcOrd="0" destOrd="0" presId="urn:microsoft.com/office/officeart/2005/8/layout/matrix3"/>
    <dgm:cxn modelId="{7CCEF244-F581-4F79-82E9-843334522C04}" type="presParOf" srcId="{E7F04A9E-A4E5-4FB3-9C11-BF6E256B1457}" destId="{C150F073-775D-4448-9E77-A1F1D7BF86DC}" srcOrd="0" destOrd="0" presId="urn:microsoft.com/office/officeart/2005/8/layout/matrix3"/>
    <dgm:cxn modelId="{26640065-217A-4F03-A0D9-29CFCB2D1841}" type="presParOf" srcId="{E7F04A9E-A4E5-4FB3-9C11-BF6E256B1457}" destId="{1F8C05DA-147B-49B5-9A08-580E4D68D953}" srcOrd="1" destOrd="0" presId="urn:microsoft.com/office/officeart/2005/8/layout/matrix3"/>
    <dgm:cxn modelId="{20606A1A-6BDF-4D60-B180-A704C4CE3253}" type="presParOf" srcId="{E7F04A9E-A4E5-4FB3-9C11-BF6E256B1457}" destId="{89EA652B-3641-454F-8D93-FBB3313B46F2}" srcOrd="2" destOrd="0" presId="urn:microsoft.com/office/officeart/2005/8/layout/matrix3"/>
    <dgm:cxn modelId="{3F9CB8C4-61CA-4065-A609-189E41CC6150}" type="presParOf" srcId="{E7F04A9E-A4E5-4FB3-9C11-BF6E256B1457}" destId="{FF415032-87F9-41CA-98B1-5A2728DE6C76}" srcOrd="3" destOrd="0" presId="urn:microsoft.com/office/officeart/2005/8/layout/matrix3"/>
    <dgm:cxn modelId="{773878B2-550F-4E95-BFA5-4ABA5658B57B}" type="presParOf" srcId="{E7F04A9E-A4E5-4FB3-9C11-BF6E256B1457}" destId="{7A9D28F1-BCC3-4E8C-A815-EC10938DCBC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707D62-598D-4D3E-B25C-FCD46196953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B334F2-6B48-4EFE-B173-617E33CBCE2E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800">
            <a:ea typeface="+mn-ea"/>
            <a:cs typeface="+mn-cs"/>
          </a:endParaRPr>
        </a:p>
      </dgm:t>
    </dgm:pt>
    <dgm:pt modelId="{93B7ADB1-14CF-443D-B326-5E2E8CD1E25D}" type="parTrans" cxnId="{547AB8CE-B08F-48F9-AC1E-14772667561B}">
      <dgm:prSet/>
      <dgm:spPr/>
      <dgm:t>
        <a:bodyPr/>
        <a:lstStyle/>
        <a:p>
          <a:endParaRPr lang="en-US"/>
        </a:p>
      </dgm:t>
    </dgm:pt>
    <dgm:pt modelId="{C29FAEE7-0CFB-4F0B-9FB8-A560862EC6E3}" type="sibTrans" cxnId="{547AB8CE-B08F-48F9-AC1E-14772667561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4736C46-06BC-4F8B-B5FD-FCC8543029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ea typeface="+mn-ea"/>
              <a:cs typeface="+mn-cs"/>
            </a:rPr>
            <a:t>The platform will not support fully automated AI decisions. AI acts as an assistant but does not make final decisions.</a:t>
          </a:r>
        </a:p>
      </dgm:t>
    </dgm:pt>
    <dgm:pt modelId="{6D01E257-93E3-49B1-B650-37A8224913DB}" type="parTrans" cxnId="{D4DD2252-944F-4913-A464-53BEC5E18FF1}">
      <dgm:prSet/>
      <dgm:spPr/>
      <dgm:t>
        <a:bodyPr/>
        <a:lstStyle/>
        <a:p>
          <a:endParaRPr lang="en-US"/>
        </a:p>
      </dgm:t>
    </dgm:pt>
    <dgm:pt modelId="{5534A333-E5E6-4A84-83B2-D142755A2C93}" type="sibTrans" cxnId="{D4DD2252-944F-4913-A464-53BEC5E18FF1}">
      <dgm:prSet/>
      <dgm:spPr/>
      <dgm:t>
        <a:bodyPr/>
        <a:lstStyle/>
        <a:p>
          <a:endParaRPr lang="en-US"/>
        </a:p>
      </dgm:t>
    </dgm:pt>
    <dgm:pt modelId="{A250A042-27C4-4A8D-AFAE-64C9FEA9775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800">
            <a:ea typeface="+mn-ea"/>
            <a:cs typeface="+mn-cs"/>
          </a:endParaRPr>
        </a:p>
      </dgm:t>
    </dgm:pt>
    <dgm:pt modelId="{AE6ED417-4F43-46CF-A5F3-6CD917F0C91C}" type="parTrans" cxnId="{EF5E79B7-D069-40B2-ACBD-B8D8C398E40F}">
      <dgm:prSet/>
      <dgm:spPr/>
      <dgm:t>
        <a:bodyPr/>
        <a:lstStyle/>
        <a:p>
          <a:endParaRPr lang="en-US"/>
        </a:p>
      </dgm:t>
    </dgm:pt>
    <dgm:pt modelId="{F110F93B-E7E0-4E17-9349-4992D900863A}" type="sibTrans" cxnId="{EF5E79B7-D069-40B2-ACBD-B8D8C398E40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17FC73F-F0D1-4D82-832E-367E745E6C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ea typeface="+mn-ea"/>
              <a:cs typeface="+mn-cs"/>
            </a:rPr>
            <a:t>Integrated payment methods like Stripe or PayPal are not included in the minimum viable product release.</a:t>
          </a:r>
        </a:p>
      </dgm:t>
    </dgm:pt>
    <dgm:pt modelId="{EBADC80D-E70F-4B64-991B-BD18523526C3}" type="parTrans" cxnId="{D44DA568-4A65-4AC2-8A59-3F8D5D9C9361}">
      <dgm:prSet/>
      <dgm:spPr/>
      <dgm:t>
        <a:bodyPr/>
        <a:lstStyle/>
        <a:p>
          <a:endParaRPr lang="en-US"/>
        </a:p>
      </dgm:t>
    </dgm:pt>
    <dgm:pt modelId="{799CB55E-E39B-469E-9D93-BEB29C7895B1}" type="sibTrans" cxnId="{D44DA568-4A65-4AC2-8A59-3F8D5D9C9361}">
      <dgm:prSet/>
      <dgm:spPr/>
      <dgm:t>
        <a:bodyPr/>
        <a:lstStyle/>
        <a:p>
          <a:endParaRPr lang="en-US"/>
        </a:p>
      </dgm:t>
    </dgm:pt>
    <dgm:pt modelId="{A53D62C9-A783-489E-B1A5-F73A0901688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800">
            <a:ea typeface="+mn-ea"/>
            <a:cs typeface="+mn-cs"/>
          </a:endParaRPr>
        </a:p>
      </dgm:t>
    </dgm:pt>
    <dgm:pt modelId="{FC30F5AC-67C3-4FA0-A542-E48CC18083BC}" type="parTrans" cxnId="{7C472C1B-9DAF-4229-8F70-F0E6789D93F8}">
      <dgm:prSet/>
      <dgm:spPr/>
      <dgm:t>
        <a:bodyPr/>
        <a:lstStyle/>
        <a:p>
          <a:endParaRPr lang="en-US"/>
        </a:p>
      </dgm:t>
    </dgm:pt>
    <dgm:pt modelId="{9AC71C65-236F-444E-AC0B-DCE9A516BD61}" type="sibTrans" cxnId="{7C472C1B-9DAF-4229-8F70-F0E6789D93F8}">
      <dgm:prSet/>
      <dgm:spPr/>
      <dgm:t>
        <a:bodyPr/>
        <a:lstStyle/>
        <a:p>
          <a:endParaRPr lang="en-US"/>
        </a:p>
      </dgm:t>
    </dgm:pt>
    <dgm:pt modelId="{75E34C79-8DD8-4E65-BB05-0B726F656A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ea typeface="+mn-ea"/>
              <a:cs typeface="+mn-cs"/>
            </a:rPr>
            <a:t>The marketplace is limited to local users; nationwide or global expansion is not planned for this stage.</a:t>
          </a:r>
        </a:p>
      </dgm:t>
    </dgm:pt>
    <dgm:pt modelId="{5806B4D8-271C-4564-9733-83316F739CC8}" type="parTrans" cxnId="{48CFECC8-4D28-444C-9768-5BF05F7791E1}">
      <dgm:prSet/>
      <dgm:spPr/>
      <dgm:t>
        <a:bodyPr/>
        <a:lstStyle/>
        <a:p>
          <a:endParaRPr lang="en-US"/>
        </a:p>
      </dgm:t>
    </dgm:pt>
    <dgm:pt modelId="{258DD967-5CEC-4D58-9642-9635D03B7E0A}" type="sibTrans" cxnId="{48CFECC8-4D28-444C-9768-5BF05F7791E1}">
      <dgm:prSet/>
      <dgm:spPr/>
      <dgm:t>
        <a:bodyPr/>
        <a:lstStyle/>
        <a:p>
          <a:endParaRPr lang="en-US"/>
        </a:p>
      </dgm:t>
    </dgm:pt>
    <dgm:pt modelId="{88F4264C-E2E6-4B06-86D5-7A7EAE248256}" type="pres">
      <dgm:prSet presAssocID="{A0707D62-598D-4D3E-B25C-FCD46196953B}" presName="Name0" presStyleCnt="0">
        <dgm:presLayoutVars>
          <dgm:dir/>
          <dgm:resizeHandles val="exact"/>
        </dgm:presLayoutVars>
      </dgm:prSet>
      <dgm:spPr/>
    </dgm:pt>
    <dgm:pt modelId="{6C2E332B-72AD-4EF1-AF3B-8AEDE4A2CC8E}" type="pres">
      <dgm:prSet presAssocID="{D3B334F2-6B48-4EFE-B173-617E33CBCE2E}" presName="compNode" presStyleCnt="0"/>
      <dgm:spPr/>
    </dgm:pt>
    <dgm:pt modelId="{DE75D443-C0FA-46D1-B0A7-AE8B66C20368}" type="pres">
      <dgm:prSet presAssocID="{D3B334F2-6B48-4EFE-B173-617E33CBCE2E}" presName="pictRect" presStyleLbl="revTx" presStyleIdx="0" presStyleCnt="6">
        <dgm:presLayoutVars>
          <dgm:chMax val="0"/>
          <dgm:bulletEnabled/>
        </dgm:presLayoutVars>
      </dgm:prSet>
      <dgm:spPr/>
    </dgm:pt>
    <dgm:pt modelId="{44AE4427-35FB-40F6-9FEA-6BF6999E970F}" type="pres">
      <dgm:prSet presAssocID="{D3B334F2-6B48-4EFE-B173-617E33CBCE2E}" presName="textRect" presStyleLbl="revTx" presStyleIdx="1" presStyleCnt="6">
        <dgm:presLayoutVars>
          <dgm:bulletEnabled/>
        </dgm:presLayoutVars>
      </dgm:prSet>
      <dgm:spPr/>
    </dgm:pt>
    <dgm:pt modelId="{DF60C5F2-CAFC-4A62-AED6-91C2ABF4E4D6}" type="pres">
      <dgm:prSet presAssocID="{C29FAEE7-0CFB-4F0B-9FB8-A560862EC6E3}" presName="sibTrans" presStyleLbl="sibTrans2D1" presStyleIdx="0" presStyleCnt="0"/>
      <dgm:spPr/>
    </dgm:pt>
    <dgm:pt modelId="{28DFDF81-EE65-4492-B70A-B8D70D7C8539}" type="pres">
      <dgm:prSet presAssocID="{A250A042-27C4-4A8D-AFAE-64C9FEA97756}" presName="compNode" presStyleCnt="0"/>
      <dgm:spPr/>
    </dgm:pt>
    <dgm:pt modelId="{FDED398A-03AC-4BBE-835E-DA6623BFA59E}" type="pres">
      <dgm:prSet presAssocID="{A250A042-27C4-4A8D-AFAE-64C9FEA97756}" presName="pictRect" presStyleLbl="revTx" presStyleIdx="2" presStyleCnt="6">
        <dgm:presLayoutVars>
          <dgm:chMax val="0"/>
          <dgm:bulletEnabled/>
        </dgm:presLayoutVars>
      </dgm:prSet>
      <dgm:spPr/>
    </dgm:pt>
    <dgm:pt modelId="{402C1F0B-2EF6-45D3-9789-CBA5C92B1C83}" type="pres">
      <dgm:prSet presAssocID="{A250A042-27C4-4A8D-AFAE-64C9FEA97756}" presName="textRect" presStyleLbl="revTx" presStyleIdx="3" presStyleCnt="6">
        <dgm:presLayoutVars>
          <dgm:bulletEnabled/>
        </dgm:presLayoutVars>
      </dgm:prSet>
      <dgm:spPr/>
    </dgm:pt>
    <dgm:pt modelId="{9F16BF67-3158-45D7-96B5-F204E83C83A2}" type="pres">
      <dgm:prSet presAssocID="{F110F93B-E7E0-4E17-9349-4992D900863A}" presName="sibTrans" presStyleLbl="sibTrans2D1" presStyleIdx="0" presStyleCnt="0"/>
      <dgm:spPr/>
    </dgm:pt>
    <dgm:pt modelId="{FE544C03-8A04-433B-A9C5-4DD85141C4A9}" type="pres">
      <dgm:prSet presAssocID="{A53D62C9-A783-489E-B1A5-F73A0901688F}" presName="compNode" presStyleCnt="0"/>
      <dgm:spPr/>
    </dgm:pt>
    <dgm:pt modelId="{2E537614-A0C2-4031-A345-6C4344E1817B}" type="pres">
      <dgm:prSet presAssocID="{A53D62C9-A783-489E-B1A5-F73A0901688F}" presName="pictRect" presStyleLbl="revTx" presStyleIdx="4" presStyleCnt="6">
        <dgm:presLayoutVars>
          <dgm:chMax val="0"/>
          <dgm:bulletEnabled/>
        </dgm:presLayoutVars>
      </dgm:prSet>
      <dgm:spPr/>
    </dgm:pt>
    <dgm:pt modelId="{6FBC1D3D-2143-45F1-8967-B1A18DC7A6BA}" type="pres">
      <dgm:prSet presAssocID="{A53D62C9-A783-489E-B1A5-F73A0901688F}" presName="textRect" presStyleLbl="revTx" presStyleIdx="5" presStyleCnt="6">
        <dgm:presLayoutVars>
          <dgm:bulletEnabled/>
        </dgm:presLayoutVars>
      </dgm:prSet>
      <dgm:spPr/>
    </dgm:pt>
  </dgm:ptLst>
  <dgm:cxnLst>
    <dgm:cxn modelId="{2A5DAA18-7F00-4B9D-939C-870BD91E076E}" type="presOf" srcId="{75E34C79-8DD8-4E65-BB05-0B726F656AF1}" destId="{6FBC1D3D-2143-45F1-8967-B1A18DC7A6BA}" srcOrd="0" destOrd="0" presId="urn:microsoft.com/office/officeart/2024/3/layout/hArchList1"/>
    <dgm:cxn modelId="{7C472C1B-9DAF-4229-8F70-F0E6789D93F8}" srcId="{A0707D62-598D-4D3E-B25C-FCD46196953B}" destId="{A53D62C9-A783-489E-B1A5-F73A0901688F}" srcOrd="2" destOrd="0" parTransId="{FC30F5AC-67C3-4FA0-A542-E48CC18083BC}" sibTransId="{9AC71C65-236F-444E-AC0B-DCE9A516BD61}"/>
    <dgm:cxn modelId="{F759C91B-2601-4C5A-8C5E-F9F6501BE1D3}" type="presOf" srcId="{04736C46-06BC-4F8B-B5FD-FCC8543029BF}" destId="{44AE4427-35FB-40F6-9FEA-6BF6999E970F}" srcOrd="0" destOrd="0" presId="urn:microsoft.com/office/officeart/2024/3/layout/hArchList1"/>
    <dgm:cxn modelId="{129A3362-12E8-4F17-B8C8-73217959796F}" type="presOf" srcId="{C29FAEE7-0CFB-4F0B-9FB8-A560862EC6E3}" destId="{DF60C5F2-CAFC-4A62-AED6-91C2ABF4E4D6}" srcOrd="0" destOrd="0" presId="urn:microsoft.com/office/officeart/2024/3/layout/hArchList1"/>
    <dgm:cxn modelId="{D44DA568-4A65-4AC2-8A59-3F8D5D9C9361}" srcId="{A250A042-27C4-4A8D-AFAE-64C9FEA97756}" destId="{817FC73F-F0D1-4D82-832E-367E745E6C6F}" srcOrd="0" destOrd="0" parTransId="{EBADC80D-E70F-4B64-991B-BD18523526C3}" sibTransId="{799CB55E-E39B-469E-9D93-BEB29C7895B1}"/>
    <dgm:cxn modelId="{D4DD2252-944F-4913-A464-53BEC5E18FF1}" srcId="{D3B334F2-6B48-4EFE-B173-617E33CBCE2E}" destId="{04736C46-06BC-4F8B-B5FD-FCC8543029BF}" srcOrd="0" destOrd="0" parTransId="{6D01E257-93E3-49B1-B650-37A8224913DB}" sibTransId="{5534A333-E5E6-4A84-83B2-D142755A2C93}"/>
    <dgm:cxn modelId="{571E3C7B-1069-435E-929E-2E889F178ED6}" type="presOf" srcId="{A250A042-27C4-4A8D-AFAE-64C9FEA97756}" destId="{FDED398A-03AC-4BBE-835E-DA6623BFA59E}" srcOrd="0" destOrd="0" presId="urn:microsoft.com/office/officeart/2024/3/layout/hArchList1"/>
    <dgm:cxn modelId="{2DCFD37E-4EF9-46B2-BE51-C4C175084299}" type="presOf" srcId="{A53D62C9-A783-489E-B1A5-F73A0901688F}" destId="{2E537614-A0C2-4031-A345-6C4344E1817B}" srcOrd="0" destOrd="0" presId="urn:microsoft.com/office/officeart/2024/3/layout/hArchList1"/>
    <dgm:cxn modelId="{5DC4888D-BF4A-4384-B08C-959A816A9DE9}" type="presOf" srcId="{817FC73F-F0D1-4D82-832E-367E745E6C6F}" destId="{402C1F0B-2EF6-45D3-9789-CBA5C92B1C83}" srcOrd="0" destOrd="0" presId="urn:microsoft.com/office/officeart/2024/3/layout/hArchList1"/>
    <dgm:cxn modelId="{D5863CA2-ADE4-46B8-BE33-9404260D3B32}" type="presOf" srcId="{A0707D62-598D-4D3E-B25C-FCD46196953B}" destId="{88F4264C-E2E6-4B06-86D5-7A7EAE248256}" srcOrd="0" destOrd="0" presId="urn:microsoft.com/office/officeart/2024/3/layout/hArchList1"/>
    <dgm:cxn modelId="{740FE1A7-DA33-4564-8ADE-069642D1786A}" type="presOf" srcId="{F110F93B-E7E0-4E17-9349-4992D900863A}" destId="{9F16BF67-3158-45D7-96B5-F204E83C83A2}" srcOrd="0" destOrd="0" presId="urn:microsoft.com/office/officeart/2024/3/layout/hArchList1"/>
    <dgm:cxn modelId="{7E2921B2-3CF9-4765-8AC6-7B516335A6C2}" type="presOf" srcId="{D3B334F2-6B48-4EFE-B173-617E33CBCE2E}" destId="{DE75D443-C0FA-46D1-B0A7-AE8B66C20368}" srcOrd="0" destOrd="0" presId="urn:microsoft.com/office/officeart/2024/3/layout/hArchList1"/>
    <dgm:cxn modelId="{EF5E79B7-D069-40B2-ACBD-B8D8C398E40F}" srcId="{A0707D62-598D-4D3E-B25C-FCD46196953B}" destId="{A250A042-27C4-4A8D-AFAE-64C9FEA97756}" srcOrd="1" destOrd="0" parTransId="{AE6ED417-4F43-46CF-A5F3-6CD917F0C91C}" sibTransId="{F110F93B-E7E0-4E17-9349-4992D900863A}"/>
    <dgm:cxn modelId="{48CFECC8-4D28-444C-9768-5BF05F7791E1}" srcId="{A53D62C9-A783-489E-B1A5-F73A0901688F}" destId="{75E34C79-8DD8-4E65-BB05-0B726F656AF1}" srcOrd="0" destOrd="0" parTransId="{5806B4D8-271C-4564-9733-83316F739CC8}" sibTransId="{258DD967-5CEC-4D58-9642-9635D03B7E0A}"/>
    <dgm:cxn modelId="{547AB8CE-B08F-48F9-AC1E-14772667561B}" srcId="{A0707D62-598D-4D3E-B25C-FCD46196953B}" destId="{D3B334F2-6B48-4EFE-B173-617E33CBCE2E}" srcOrd="0" destOrd="0" parTransId="{93B7ADB1-14CF-443D-B326-5E2E8CD1E25D}" sibTransId="{C29FAEE7-0CFB-4F0B-9FB8-A560862EC6E3}"/>
    <dgm:cxn modelId="{B6D21C98-8493-43A6-B676-B7F48784B1A1}" type="presParOf" srcId="{88F4264C-E2E6-4B06-86D5-7A7EAE248256}" destId="{6C2E332B-72AD-4EF1-AF3B-8AEDE4A2CC8E}" srcOrd="0" destOrd="0" presId="urn:microsoft.com/office/officeart/2024/3/layout/hArchList1"/>
    <dgm:cxn modelId="{FBEB6519-2500-409E-B25A-969A02F8B18D}" type="presParOf" srcId="{6C2E332B-72AD-4EF1-AF3B-8AEDE4A2CC8E}" destId="{DE75D443-C0FA-46D1-B0A7-AE8B66C20368}" srcOrd="0" destOrd="0" presId="urn:microsoft.com/office/officeart/2024/3/layout/hArchList1"/>
    <dgm:cxn modelId="{F2649BAC-1EFD-40FD-93BF-277DC4D00AF8}" type="presParOf" srcId="{6C2E332B-72AD-4EF1-AF3B-8AEDE4A2CC8E}" destId="{44AE4427-35FB-40F6-9FEA-6BF6999E970F}" srcOrd="1" destOrd="0" presId="urn:microsoft.com/office/officeart/2024/3/layout/hArchList1"/>
    <dgm:cxn modelId="{C95CFE4E-4D2E-42AC-9EDC-421CCFAD9C01}" type="presParOf" srcId="{88F4264C-E2E6-4B06-86D5-7A7EAE248256}" destId="{DF60C5F2-CAFC-4A62-AED6-91C2ABF4E4D6}" srcOrd="1" destOrd="0" presId="urn:microsoft.com/office/officeart/2024/3/layout/hArchList1"/>
    <dgm:cxn modelId="{C92E6C38-9351-4E86-992C-F6C7815BAAF7}" type="presParOf" srcId="{88F4264C-E2E6-4B06-86D5-7A7EAE248256}" destId="{28DFDF81-EE65-4492-B70A-B8D70D7C8539}" srcOrd="2" destOrd="0" presId="urn:microsoft.com/office/officeart/2024/3/layout/hArchList1"/>
    <dgm:cxn modelId="{5D31E319-504E-48D2-AC71-B4F973949266}" type="presParOf" srcId="{28DFDF81-EE65-4492-B70A-B8D70D7C8539}" destId="{FDED398A-03AC-4BBE-835E-DA6623BFA59E}" srcOrd="0" destOrd="0" presId="urn:microsoft.com/office/officeart/2024/3/layout/hArchList1"/>
    <dgm:cxn modelId="{E7081D72-D78E-451E-BCD1-05E74C67A274}" type="presParOf" srcId="{28DFDF81-EE65-4492-B70A-B8D70D7C8539}" destId="{402C1F0B-2EF6-45D3-9789-CBA5C92B1C83}" srcOrd="1" destOrd="0" presId="urn:microsoft.com/office/officeart/2024/3/layout/hArchList1"/>
    <dgm:cxn modelId="{D75DA35C-6ACE-4AC1-A0B6-2F2B9C2A844B}" type="presParOf" srcId="{88F4264C-E2E6-4B06-86D5-7A7EAE248256}" destId="{9F16BF67-3158-45D7-96B5-F204E83C83A2}" srcOrd="3" destOrd="0" presId="urn:microsoft.com/office/officeart/2024/3/layout/hArchList1"/>
    <dgm:cxn modelId="{E497D0DE-40D4-441B-978E-5D7C0FA7BBAE}" type="presParOf" srcId="{88F4264C-E2E6-4B06-86D5-7A7EAE248256}" destId="{FE544C03-8A04-433B-A9C5-4DD85141C4A9}" srcOrd="4" destOrd="0" presId="urn:microsoft.com/office/officeart/2024/3/layout/hArchList1"/>
    <dgm:cxn modelId="{D1ACE990-4183-4EAE-84DA-4FF7A7FC145C}" type="presParOf" srcId="{FE544C03-8A04-433B-A9C5-4DD85141C4A9}" destId="{2E537614-A0C2-4031-A345-6C4344E1817B}" srcOrd="0" destOrd="0" presId="urn:microsoft.com/office/officeart/2024/3/layout/hArchList1"/>
    <dgm:cxn modelId="{44050E3C-D3D3-4F17-86B4-A3DD5741D877}" type="presParOf" srcId="{FE544C03-8A04-433B-A9C5-4DD85141C4A9}" destId="{6FBC1D3D-2143-45F1-8967-B1A18DC7A6B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56B5BB-0AD1-4AF4-BEA0-D65AA73327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76D3F4-89C7-491D-AC15-6DAD5F51A56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300">
              <a:solidFill>
                <a:srgbClr val="FFFFFF"/>
              </a:solidFill>
              <a:ea typeface="+mn-ea"/>
              <a:cs typeface="+mn-cs"/>
            </a:rPr>
            <a:t>Frontend: React </a:t>
          </a:r>
        </a:p>
      </dgm:t>
    </dgm:pt>
    <dgm:pt modelId="{145BB0F2-6DA2-4FCB-835B-FDCE5FC7B5F8}" type="parTrans" cxnId="{76AEC922-36C8-486C-BAD0-972D71D78B5F}">
      <dgm:prSet/>
      <dgm:spPr/>
      <dgm:t>
        <a:bodyPr/>
        <a:lstStyle/>
        <a:p>
          <a:endParaRPr lang="en-US"/>
        </a:p>
      </dgm:t>
    </dgm:pt>
    <dgm:pt modelId="{68E3BB64-5B7D-4F71-912C-5E585C546415}" type="sibTrans" cxnId="{76AEC922-36C8-486C-BAD0-972D71D78B5F}">
      <dgm:prSet/>
      <dgm:spPr/>
      <dgm:t>
        <a:bodyPr/>
        <a:lstStyle/>
        <a:p>
          <a:endParaRPr lang="en-US"/>
        </a:p>
      </dgm:t>
    </dgm:pt>
    <dgm:pt modelId="{1029AC0D-73C1-4447-9022-61ACA4D21E0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300">
              <a:solidFill>
                <a:srgbClr val="FFFFFF"/>
              </a:solidFill>
              <a:ea typeface="+mn-ea"/>
              <a:cs typeface="+mn-cs"/>
            </a:rPr>
            <a:t>Backend: Node.js / Express </a:t>
          </a:r>
        </a:p>
      </dgm:t>
    </dgm:pt>
    <dgm:pt modelId="{8C39A631-3292-49DD-B273-8210F2D65BF2}" type="parTrans" cxnId="{A522CC5D-516D-4814-AC86-CF20226CB243}">
      <dgm:prSet/>
      <dgm:spPr/>
      <dgm:t>
        <a:bodyPr/>
        <a:lstStyle/>
        <a:p>
          <a:endParaRPr lang="en-US"/>
        </a:p>
      </dgm:t>
    </dgm:pt>
    <dgm:pt modelId="{8A8FFB7B-A5C0-4A08-9FEE-7F3A0F839BB3}" type="sibTrans" cxnId="{A522CC5D-516D-4814-AC86-CF20226CB243}">
      <dgm:prSet/>
      <dgm:spPr/>
      <dgm:t>
        <a:bodyPr/>
        <a:lstStyle/>
        <a:p>
          <a:endParaRPr lang="en-US"/>
        </a:p>
      </dgm:t>
    </dgm:pt>
    <dgm:pt modelId="{E223ACA6-4DA1-4C4E-A56D-FCDB1BAEC61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300">
              <a:solidFill>
                <a:srgbClr val="FFFFFF"/>
              </a:solidFill>
              <a:ea typeface="+mn-ea"/>
              <a:cs typeface="+mn-cs"/>
            </a:rPr>
            <a:t>Database: </a:t>
          </a:r>
          <a:r>
            <a:rPr lang="en-US" sz="3300">
              <a:solidFill>
                <a:srgbClr val="FFFFFF"/>
              </a:solidFill>
              <a:latin typeface="Calibri"/>
              <a:ea typeface="+mn-ea"/>
              <a:cs typeface="+mn-cs"/>
            </a:rPr>
            <a:t>PostgreSQL</a:t>
          </a:r>
          <a:r>
            <a:rPr lang="en-US" sz="3300">
              <a:solidFill>
                <a:srgbClr val="FFFFFF"/>
              </a:solidFill>
              <a:ea typeface="+mn-ea"/>
              <a:cs typeface="+mn-cs"/>
            </a:rPr>
            <a:t> </a:t>
          </a:r>
        </a:p>
      </dgm:t>
    </dgm:pt>
    <dgm:pt modelId="{3725A542-5357-4894-80E4-412CB2DD4846}" type="parTrans" cxnId="{65C57BB3-CBF7-49ED-9C44-AA6A53440DEB}">
      <dgm:prSet/>
      <dgm:spPr/>
      <dgm:t>
        <a:bodyPr/>
        <a:lstStyle/>
        <a:p>
          <a:endParaRPr lang="en-US"/>
        </a:p>
      </dgm:t>
    </dgm:pt>
    <dgm:pt modelId="{B6F2523C-80D7-4A10-9A98-5681E3326ADF}" type="sibTrans" cxnId="{65C57BB3-CBF7-49ED-9C44-AA6A53440DEB}">
      <dgm:prSet/>
      <dgm:spPr/>
      <dgm:t>
        <a:bodyPr/>
        <a:lstStyle/>
        <a:p>
          <a:endParaRPr lang="en-US"/>
        </a:p>
      </dgm:t>
    </dgm:pt>
    <dgm:pt modelId="{FEA83A70-5D6A-451E-8337-5C252BC6301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300">
              <a:solidFill>
                <a:srgbClr val="FFFFFF"/>
              </a:solidFill>
              <a:ea typeface="+mn-ea"/>
              <a:cs typeface="+mn-cs"/>
            </a:rPr>
            <a:t>APIs: Maps, Pricing, Email</a:t>
          </a:r>
        </a:p>
      </dgm:t>
    </dgm:pt>
    <dgm:pt modelId="{3E070E3F-9283-4797-9A3C-8DFE4BB871B9}" type="parTrans" cxnId="{8576BEBA-A7F6-47BC-8CA3-9DB248734705}">
      <dgm:prSet/>
      <dgm:spPr/>
      <dgm:t>
        <a:bodyPr/>
        <a:lstStyle/>
        <a:p>
          <a:endParaRPr lang="en-US"/>
        </a:p>
      </dgm:t>
    </dgm:pt>
    <dgm:pt modelId="{08207A40-6D80-43EE-9375-1810E72B8E43}" type="sibTrans" cxnId="{8576BEBA-A7F6-47BC-8CA3-9DB248734705}">
      <dgm:prSet/>
      <dgm:spPr/>
      <dgm:t>
        <a:bodyPr/>
        <a:lstStyle/>
        <a:p>
          <a:endParaRPr lang="en-US"/>
        </a:p>
      </dgm:t>
    </dgm:pt>
    <dgm:pt modelId="{4A068503-DD82-4825-AB62-71AE703BE32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300">
              <a:solidFill>
                <a:srgbClr val="FFFFFF"/>
              </a:solidFill>
              <a:ea typeface="+mn-ea"/>
              <a:cs typeface="+mn-cs"/>
            </a:rPr>
            <a:t>Deployment: Cloud (AWS / Vercel)</a:t>
          </a:r>
        </a:p>
      </dgm:t>
    </dgm:pt>
    <dgm:pt modelId="{E70FCA95-DD6D-498E-8719-E334962B37F5}" type="parTrans" cxnId="{C9E4F3DA-A1F7-4199-B194-B533DBB9D2F5}">
      <dgm:prSet/>
      <dgm:spPr/>
      <dgm:t>
        <a:bodyPr/>
        <a:lstStyle/>
        <a:p>
          <a:endParaRPr lang="en-US"/>
        </a:p>
      </dgm:t>
    </dgm:pt>
    <dgm:pt modelId="{5EF9A0D8-6CFA-4E4D-83EF-C45F5116B756}" type="sibTrans" cxnId="{C9E4F3DA-A1F7-4199-B194-B533DBB9D2F5}">
      <dgm:prSet/>
      <dgm:spPr/>
      <dgm:t>
        <a:bodyPr/>
        <a:lstStyle/>
        <a:p>
          <a:endParaRPr lang="en-US"/>
        </a:p>
      </dgm:t>
    </dgm:pt>
    <dgm:pt modelId="{D1512863-3A3E-417D-B6A4-354588CEED1D}" type="pres">
      <dgm:prSet presAssocID="{0B56B5BB-0AD1-4AF4-BEA0-D65AA73327D2}" presName="linear" presStyleCnt="0">
        <dgm:presLayoutVars>
          <dgm:animLvl val="lvl"/>
          <dgm:resizeHandles val="exact"/>
        </dgm:presLayoutVars>
      </dgm:prSet>
      <dgm:spPr/>
    </dgm:pt>
    <dgm:pt modelId="{D26AA9F0-CA51-43F2-8C90-01C9D48A5588}" type="pres">
      <dgm:prSet presAssocID="{8876D3F4-89C7-491D-AC15-6DAD5F51A56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CE00A34-BD4E-4621-BBF8-A1DB8ADFE4AA}" type="pres">
      <dgm:prSet presAssocID="{68E3BB64-5B7D-4F71-912C-5E585C546415}" presName="spacer" presStyleCnt="0"/>
      <dgm:spPr/>
    </dgm:pt>
    <dgm:pt modelId="{96353189-76F8-4962-A614-A9C8273AAFAD}" type="pres">
      <dgm:prSet presAssocID="{1029AC0D-73C1-4447-9022-61ACA4D21E0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550499-8ECA-4AA2-8631-74590379F722}" type="pres">
      <dgm:prSet presAssocID="{8A8FFB7B-A5C0-4A08-9FEE-7F3A0F839BB3}" presName="spacer" presStyleCnt="0"/>
      <dgm:spPr/>
    </dgm:pt>
    <dgm:pt modelId="{A5AF90BB-98E8-46DD-80F6-C093F0557977}" type="pres">
      <dgm:prSet presAssocID="{E223ACA6-4DA1-4C4E-A56D-FCDB1BAEC6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30DF8C7-93EA-4C50-8E2D-D82D9DB87615}" type="pres">
      <dgm:prSet presAssocID="{B6F2523C-80D7-4A10-9A98-5681E3326ADF}" presName="spacer" presStyleCnt="0"/>
      <dgm:spPr/>
    </dgm:pt>
    <dgm:pt modelId="{8C574B61-6F5B-4A0E-A70E-B44B65CB2F19}" type="pres">
      <dgm:prSet presAssocID="{FEA83A70-5D6A-451E-8337-5C252BC630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6FD19E-207B-4B11-A1E4-6C4168C97928}" type="pres">
      <dgm:prSet presAssocID="{08207A40-6D80-43EE-9375-1810E72B8E43}" presName="spacer" presStyleCnt="0"/>
      <dgm:spPr/>
    </dgm:pt>
    <dgm:pt modelId="{EDCE5434-67BE-4ADE-AC0C-22E471FA44B8}" type="pres">
      <dgm:prSet presAssocID="{4A068503-DD82-4825-AB62-71AE703BE32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AEC922-36C8-486C-BAD0-972D71D78B5F}" srcId="{0B56B5BB-0AD1-4AF4-BEA0-D65AA73327D2}" destId="{8876D3F4-89C7-491D-AC15-6DAD5F51A569}" srcOrd="0" destOrd="0" parTransId="{145BB0F2-6DA2-4FCB-835B-FDCE5FC7B5F8}" sibTransId="{68E3BB64-5B7D-4F71-912C-5E585C546415}"/>
    <dgm:cxn modelId="{AFB7E436-CB18-4DB3-937E-3B9549EBB6FF}" type="presOf" srcId="{FEA83A70-5D6A-451E-8337-5C252BC63018}" destId="{8C574B61-6F5B-4A0E-A70E-B44B65CB2F19}" srcOrd="0" destOrd="0" presId="urn:microsoft.com/office/officeart/2005/8/layout/vList2"/>
    <dgm:cxn modelId="{A522CC5D-516D-4814-AC86-CF20226CB243}" srcId="{0B56B5BB-0AD1-4AF4-BEA0-D65AA73327D2}" destId="{1029AC0D-73C1-4447-9022-61ACA4D21E02}" srcOrd="1" destOrd="0" parTransId="{8C39A631-3292-49DD-B273-8210F2D65BF2}" sibTransId="{8A8FFB7B-A5C0-4A08-9FEE-7F3A0F839BB3}"/>
    <dgm:cxn modelId="{B520955F-76FC-4ED8-9637-C98235A569D5}" type="presOf" srcId="{4A068503-DD82-4825-AB62-71AE703BE32F}" destId="{EDCE5434-67BE-4ADE-AC0C-22E471FA44B8}" srcOrd="0" destOrd="0" presId="urn:microsoft.com/office/officeart/2005/8/layout/vList2"/>
    <dgm:cxn modelId="{2CE13E45-07F8-4E54-AB22-358E87E320BB}" type="presOf" srcId="{E223ACA6-4DA1-4C4E-A56D-FCDB1BAEC61F}" destId="{A5AF90BB-98E8-46DD-80F6-C093F0557977}" srcOrd="0" destOrd="0" presId="urn:microsoft.com/office/officeart/2005/8/layout/vList2"/>
    <dgm:cxn modelId="{FC6A9F92-DADE-4F48-8ACE-9F8E364D81D7}" type="presOf" srcId="{0B56B5BB-0AD1-4AF4-BEA0-D65AA73327D2}" destId="{D1512863-3A3E-417D-B6A4-354588CEED1D}" srcOrd="0" destOrd="0" presId="urn:microsoft.com/office/officeart/2005/8/layout/vList2"/>
    <dgm:cxn modelId="{65C57BB3-CBF7-49ED-9C44-AA6A53440DEB}" srcId="{0B56B5BB-0AD1-4AF4-BEA0-D65AA73327D2}" destId="{E223ACA6-4DA1-4C4E-A56D-FCDB1BAEC61F}" srcOrd="2" destOrd="0" parTransId="{3725A542-5357-4894-80E4-412CB2DD4846}" sibTransId="{B6F2523C-80D7-4A10-9A98-5681E3326ADF}"/>
    <dgm:cxn modelId="{8576BEBA-A7F6-47BC-8CA3-9DB248734705}" srcId="{0B56B5BB-0AD1-4AF4-BEA0-D65AA73327D2}" destId="{FEA83A70-5D6A-451E-8337-5C252BC63018}" srcOrd="3" destOrd="0" parTransId="{3E070E3F-9283-4797-9A3C-8DFE4BB871B9}" sibTransId="{08207A40-6D80-43EE-9375-1810E72B8E43}"/>
    <dgm:cxn modelId="{188A89BC-F554-437A-A562-1A5539004D95}" type="presOf" srcId="{1029AC0D-73C1-4447-9022-61ACA4D21E02}" destId="{96353189-76F8-4962-A614-A9C8273AAFAD}" srcOrd="0" destOrd="0" presId="urn:microsoft.com/office/officeart/2005/8/layout/vList2"/>
    <dgm:cxn modelId="{C9E4F3DA-A1F7-4199-B194-B533DBB9D2F5}" srcId="{0B56B5BB-0AD1-4AF4-BEA0-D65AA73327D2}" destId="{4A068503-DD82-4825-AB62-71AE703BE32F}" srcOrd="4" destOrd="0" parTransId="{E70FCA95-DD6D-498E-8719-E334962B37F5}" sibTransId="{5EF9A0D8-6CFA-4E4D-83EF-C45F5116B756}"/>
    <dgm:cxn modelId="{BF0A44EF-ADE7-426F-BECA-8D0126AB8B82}" type="presOf" srcId="{8876D3F4-89C7-491D-AC15-6DAD5F51A569}" destId="{D26AA9F0-CA51-43F2-8C90-01C9D48A5588}" srcOrd="0" destOrd="0" presId="urn:microsoft.com/office/officeart/2005/8/layout/vList2"/>
    <dgm:cxn modelId="{2F15642C-6FA6-49A3-B240-3BEDE2DBEFC1}" type="presParOf" srcId="{D1512863-3A3E-417D-B6A4-354588CEED1D}" destId="{D26AA9F0-CA51-43F2-8C90-01C9D48A5588}" srcOrd="0" destOrd="0" presId="urn:microsoft.com/office/officeart/2005/8/layout/vList2"/>
    <dgm:cxn modelId="{E6D84735-6471-499C-92D1-2BEA17A81233}" type="presParOf" srcId="{D1512863-3A3E-417D-B6A4-354588CEED1D}" destId="{6CE00A34-BD4E-4621-BBF8-A1DB8ADFE4AA}" srcOrd="1" destOrd="0" presId="urn:microsoft.com/office/officeart/2005/8/layout/vList2"/>
    <dgm:cxn modelId="{591FF34A-B45E-45F4-A251-57337A3EC0C8}" type="presParOf" srcId="{D1512863-3A3E-417D-B6A4-354588CEED1D}" destId="{96353189-76F8-4962-A614-A9C8273AAFAD}" srcOrd="2" destOrd="0" presId="urn:microsoft.com/office/officeart/2005/8/layout/vList2"/>
    <dgm:cxn modelId="{DC13D3DB-4B36-45C4-AEAC-FC5E8FB26B5B}" type="presParOf" srcId="{D1512863-3A3E-417D-B6A4-354588CEED1D}" destId="{D7550499-8ECA-4AA2-8631-74590379F722}" srcOrd="3" destOrd="0" presId="urn:microsoft.com/office/officeart/2005/8/layout/vList2"/>
    <dgm:cxn modelId="{DCD27491-D2AF-44C3-AE56-4D0051CFA887}" type="presParOf" srcId="{D1512863-3A3E-417D-B6A4-354588CEED1D}" destId="{A5AF90BB-98E8-46DD-80F6-C093F0557977}" srcOrd="4" destOrd="0" presId="urn:microsoft.com/office/officeart/2005/8/layout/vList2"/>
    <dgm:cxn modelId="{CB225938-8B9E-4D5D-9506-C358EB6719D3}" type="presParOf" srcId="{D1512863-3A3E-417D-B6A4-354588CEED1D}" destId="{530DF8C7-93EA-4C50-8E2D-D82D9DB87615}" srcOrd="5" destOrd="0" presId="urn:microsoft.com/office/officeart/2005/8/layout/vList2"/>
    <dgm:cxn modelId="{ADFDCD8C-9615-4275-8A69-6749B3A9C804}" type="presParOf" srcId="{D1512863-3A3E-417D-B6A4-354588CEED1D}" destId="{8C574B61-6F5B-4A0E-A70E-B44B65CB2F19}" srcOrd="6" destOrd="0" presId="urn:microsoft.com/office/officeart/2005/8/layout/vList2"/>
    <dgm:cxn modelId="{06AF74FF-3BA5-4009-94C3-E7248048020B}" type="presParOf" srcId="{D1512863-3A3E-417D-B6A4-354588CEED1D}" destId="{896FD19E-207B-4B11-A1E4-6C4168C97928}" srcOrd="7" destOrd="0" presId="urn:microsoft.com/office/officeart/2005/8/layout/vList2"/>
    <dgm:cxn modelId="{7D5803A3-81FE-4A19-BD18-99A4C0495FD1}" type="presParOf" srcId="{D1512863-3A3E-417D-B6A4-354588CEED1D}" destId="{EDCE5434-67BE-4ADE-AC0C-22E471FA44B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E86C390-3352-4554-8728-5A117B5CD03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A5A9AA-0BB8-46AC-B322-E885C7F91B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Frontend Developer - Peter</a:t>
          </a:r>
        </a:p>
      </dgm:t>
    </dgm:pt>
    <dgm:pt modelId="{5B832AD3-8A29-420A-B057-DDAFD4156F71}" type="parTrans" cxnId="{4970F124-7785-4CBA-B90D-B2BD357CC930}">
      <dgm:prSet/>
      <dgm:spPr/>
      <dgm:t>
        <a:bodyPr/>
        <a:lstStyle/>
        <a:p>
          <a:endParaRPr lang="en-US"/>
        </a:p>
      </dgm:t>
    </dgm:pt>
    <dgm:pt modelId="{C796E477-6BF8-41C9-87F0-2D5E626ED0ED}" type="sibTrans" cxnId="{4970F124-7785-4CBA-B90D-B2BD357CC930}">
      <dgm:prSet/>
      <dgm:spPr/>
      <dgm:t>
        <a:bodyPr/>
        <a:lstStyle/>
        <a:p>
          <a:endParaRPr lang="en-US"/>
        </a:p>
      </dgm:t>
    </dgm:pt>
    <dgm:pt modelId="{6E380FAD-1B63-4D8D-82A0-2D1C89A191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 Developer - Jeremy/Vishwash</a:t>
          </a:r>
        </a:p>
      </dgm:t>
    </dgm:pt>
    <dgm:pt modelId="{09062F0E-6F29-4BD7-B723-5B02F1E38D57}" type="parTrans" cxnId="{28DA9C84-2773-46EB-A5C0-D734470E1D6B}">
      <dgm:prSet/>
      <dgm:spPr/>
      <dgm:t>
        <a:bodyPr/>
        <a:lstStyle/>
        <a:p>
          <a:endParaRPr lang="en-US"/>
        </a:p>
      </dgm:t>
    </dgm:pt>
    <dgm:pt modelId="{F3A8572E-213F-4728-BFDD-653847FC27F2}" type="sibTrans" cxnId="{28DA9C84-2773-46EB-A5C0-D734470E1D6B}">
      <dgm:prSet/>
      <dgm:spPr/>
      <dgm:t>
        <a:bodyPr/>
        <a:lstStyle/>
        <a:p>
          <a:endParaRPr lang="en-US"/>
        </a:p>
      </dgm:t>
    </dgm:pt>
    <dgm:pt modelId="{05433C9B-A426-472D-AD88-07C3826E67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 Manager - Sage</a:t>
          </a:r>
        </a:p>
      </dgm:t>
    </dgm:pt>
    <dgm:pt modelId="{24284960-4CEB-4CC6-9EFC-2A8243583275}" type="parTrans" cxnId="{88038DB5-8843-44AC-80D7-B33FB2F4C33C}">
      <dgm:prSet/>
      <dgm:spPr/>
      <dgm:t>
        <a:bodyPr/>
        <a:lstStyle/>
        <a:p>
          <a:endParaRPr lang="en-US"/>
        </a:p>
      </dgm:t>
    </dgm:pt>
    <dgm:pt modelId="{22C7B0DA-27D0-4F03-8D78-2A9F466C7166}" type="sibTrans" cxnId="{88038DB5-8843-44AC-80D7-B33FB2F4C33C}">
      <dgm:prSet/>
      <dgm:spPr/>
      <dgm:t>
        <a:bodyPr/>
        <a:lstStyle/>
        <a:p>
          <a:endParaRPr lang="en-US"/>
        </a:p>
      </dgm:t>
    </dgm:pt>
    <dgm:pt modelId="{0B82D1D7-A460-4568-98A5-5B64F72CCE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Cloud/Deployment - Jeff</a:t>
          </a:r>
        </a:p>
      </dgm:t>
    </dgm:pt>
    <dgm:pt modelId="{61B9FDE8-F0B4-4B7E-A0F5-E13C659BB3E4}" type="parTrans" cxnId="{4E8A2463-86FE-4FAA-8281-76D37510983C}">
      <dgm:prSet/>
      <dgm:spPr/>
      <dgm:t>
        <a:bodyPr/>
        <a:lstStyle/>
        <a:p>
          <a:endParaRPr lang="en-US"/>
        </a:p>
      </dgm:t>
    </dgm:pt>
    <dgm:pt modelId="{F6B5FC83-FFB3-40EF-AEC5-A084B048FA87}" type="sibTrans" cxnId="{4E8A2463-86FE-4FAA-8281-76D37510983C}">
      <dgm:prSet/>
      <dgm:spPr/>
      <dgm:t>
        <a:bodyPr/>
        <a:lstStyle/>
        <a:p>
          <a:endParaRPr lang="en-US"/>
        </a:p>
      </dgm:t>
    </dgm:pt>
    <dgm:pt modelId="{1055A17A-5797-4F5C-828A-024509F043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Manager - Vishwash</a:t>
          </a:r>
        </a:p>
      </dgm:t>
    </dgm:pt>
    <dgm:pt modelId="{F12403CD-FBCF-47D9-8C74-61A333C83F41}" type="parTrans" cxnId="{B5803B60-79C5-40C8-8C52-921A144C497A}">
      <dgm:prSet/>
      <dgm:spPr/>
      <dgm:t>
        <a:bodyPr/>
        <a:lstStyle/>
        <a:p>
          <a:endParaRPr lang="en-US"/>
        </a:p>
      </dgm:t>
    </dgm:pt>
    <dgm:pt modelId="{D3C594DF-0B3D-42AC-B995-020850F0276A}" type="sibTrans" cxnId="{B5803B60-79C5-40C8-8C52-921A144C497A}">
      <dgm:prSet/>
      <dgm:spPr/>
      <dgm:t>
        <a:bodyPr/>
        <a:lstStyle/>
        <a:p>
          <a:endParaRPr lang="en-US"/>
        </a:p>
      </dgm:t>
    </dgm:pt>
    <dgm:pt modelId="{784865A1-0696-4910-92CB-3E84DEE4827A}" type="pres">
      <dgm:prSet presAssocID="{3E86C390-3352-4554-8728-5A117B5CD03C}" presName="root" presStyleCnt="0">
        <dgm:presLayoutVars>
          <dgm:dir/>
          <dgm:resizeHandles val="exact"/>
        </dgm:presLayoutVars>
      </dgm:prSet>
      <dgm:spPr/>
    </dgm:pt>
    <dgm:pt modelId="{98D7B39B-9FCA-49A0-A592-3BCA4ECA4D9D}" type="pres">
      <dgm:prSet presAssocID="{C2A5A9AA-0BB8-46AC-B322-E885C7F91BD0}" presName="compNode" presStyleCnt="0"/>
      <dgm:spPr/>
    </dgm:pt>
    <dgm:pt modelId="{B64817CD-506F-4110-BD7E-F24903D8D34E}" type="pres">
      <dgm:prSet presAssocID="{C2A5A9AA-0BB8-46AC-B322-E885C7F91BD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87602702-B8A8-4D59-BAE9-FB266F9B0BB0}" type="pres">
      <dgm:prSet presAssocID="{C2A5A9AA-0BB8-46AC-B322-E885C7F91BD0}" presName="spaceRect" presStyleCnt="0"/>
      <dgm:spPr/>
    </dgm:pt>
    <dgm:pt modelId="{1F62A89F-6636-4654-95A6-F8A63DF224C9}" type="pres">
      <dgm:prSet presAssocID="{C2A5A9AA-0BB8-46AC-B322-E885C7F91BD0}" presName="textRect" presStyleLbl="revTx" presStyleIdx="0" presStyleCnt="5">
        <dgm:presLayoutVars>
          <dgm:chMax val="1"/>
          <dgm:chPref val="1"/>
        </dgm:presLayoutVars>
      </dgm:prSet>
      <dgm:spPr/>
    </dgm:pt>
    <dgm:pt modelId="{D2D54C2C-962B-4B7D-8F2F-0FDDAC83FECE}" type="pres">
      <dgm:prSet presAssocID="{C796E477-6BF8-41C9-87F0-2D5E626ED0ED}" presName="sibTrans" presStyleCnt="0"/>
      <dgm:spPr/>
    </dgm:pt>
    <dgm:pt modelId="{722618B4-EFC6-4A65-9220-C3B664E46568}" type="pres">
      <dgm:prSet presAssocID="{6E380FAD-1B63-4D8D-82A0-2D1C89A191B2}" presName="compNode" presStyleCnt="0"/>
      <dgm:spPr/>
    </dgm:pt>
    <dgm:pt modelId="{8FA38863-B1DB-4C01-8503-736C4EFA0938}" type="pres">
      <dgm:prSet presAssocID="{6E380FAD-1B63-4D8D-82A0-2D1C89A191B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7891B3E-4229-4EF9-9520-F055A6FF42BD}" type="pres">
      <dgm:prSet presAssocID="{6E380FAD-1B63-4D8D-82A0-2D1C89A191B2}" presName="spaceRect" presStyleCnt="0"/>
      <dgm:spPr/>
    </dgm:pt>
    <dgm:pt modelId="{59F467D7-ADB1-415A-9E78-76DE4EDC0515}" type="pres">
      <dgm:prSet presAssocID="{6E380FAD-1B63-4D8D-82A0-2D1C89A191B2}" presName="textRect" presStyleLbl="revTx" presStyleIdx="1" presStyleCnt="5">
        <dgm:presLayoutVars>
          <dgm:chMax val="1"/>
          <dgm:chPref val="1"/>
        </dgm:presLayoutVars>
      </dgm:prSet>
      <dgm:spPr/>
    </dgm:pt>
    <dgm:pt modelId="{BB411D9C-C268-49E1-81C5-699EB9FBDF04}" type="pres">
      <dgm:prSet presAssocID="{F3A8572E-213F-4728-BFDD-653847FC27F2}" presName="sibTrans" presStyleCnt="0"/>
      <dgm:spPr/>
    </dgm:pt>
    <dgm:pt modelId="{75585D3C-70EE-45FA-B0EB-B69259CE3E41}" type="pres">
      <dgm:prSet presAssocID="{05433C9B-A426-472D-AD88-07C3826E6752}" presName="compNode" presStyleCnt="0"/>
      <dgm:spPr/>
    </dgm:pt>
    <dgm:pt modelId="{1B676A64-577B-40B3-A2CE-469C5AC01C7C}" type="pres">
      <dgm:prSet presAssocID="{05433C9B-A426-472D-AD88-07C3826E675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F02CAA8-5E7B-451F-8482-636AB685A0BF}" type="pres">
      <dgm:prSet presAssocID="{05433C9B-A426-472D-AD88-07C3826E6752}" presName="spaceRect" presStyleCnt="0"/>
      <dgm:spPr/>
    </dgm:pt>
    <dgm:pt modelId="{4FDE7D2E-0511-4E05-B929-B6FD2641A324}" type="pres">
      <dgm:prSet presAssocID="{05433C9B-A426-472D-AD88-07C3826E6752}" presName="textRect" presStyleLbl="revTx" presStyleIdx="2" presStyleCnt="5">
        <dgm:presLayoutVars>
          <dgm:chMax val="1"/>
          <dgm:chPref val="1"/>
        </dgm:presLayoutVars>
      </dgm:prSet>
      <dgm:spPr/>
    </dgm:pt>
    <dgm:pt modelId="{E0296F00-A081-4795-A3BD-AB837920C15E}" type="pres">
      <dgm:prSet presAssocID="{22C7B0DA-27D0-4F03-8D78-2A9F466C7166}" presName="sibTrans" presStyleCnt="0"/>
      <dgm:spPr/>
    </dgm:pt>
    <dgm:pt modelId="{74C3B128-0BE7-410F-B670-F93C577989C2}" type="pres">
      <dgm:prSet presAssocID="{0B82D1D7-A460-4568-98A5-5B64F72CCE03}" presName="compNode" presStyleCnt="0"/>
      <dgm:spPr/>
    </dgm:pt>
    <dgm:pt modelId="{93044E0B-88CA-44CF-ADD5-BA6DA3489BF3}" type="pres">
      <dgm:prSet presAssocID="{0B82D1D7-A460-4568-98A5-5B64F72CCE0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579A045-3B78-4B5F-86FA-1535C5EB3126}" type="pres">
      <dgm:prSet presAssocID="{0B82D1D7-A460-4568-98A5-5B64F72CCE03}" presName="spaceRect" presStyleCnt="0"/>
      <dgm:spPr/>
    </dgm:pt>
    <dgm:pt modelId="{AF628EB7-9617-4CBF-91F1-5642C445F68D}" type="pres">
      <dgm:prSet presAssocID="{0B82D1D7-A460-4568-98A5-5B64F72CCE03}" presName="textRect" presStyleLbl="revTx" presStyleIdx="3" presStyleCnt="5">
        <dgm:presLayoutVars>
          <dgm:chMax val="1"/>
          <dgm:chPref val="1"/>
        </dgm:presLayoutVars>
      </dgm:prSet>
      <dgm:spPr/>
    </dgm:pt>
    <dgm:pt modelId="{1E067B5C-F0D2-4311-B075-56F4966F7933}" type="pres">
      <dgm:prSet presAssocID="{F6B5FC83-FFB3-40EF-AEC5-A084B048FA87}" presName="sibTrans" presStyleCnt="0"/>
      <dgm:spPr/>
    </dgm:pt>
    <dgm:pt modelId="{E41E4B3B-96E4-4FDE-9E31-0BA802F6F116}" type="pres">
      <dgm:prSet presAssocID="{1055A17A-5797-4F5C-828A-024509F043BD}" presName="compNode" presStyleCnt="0"/>
      <dgm:spPr/>
    </dgm:pt>
    <dgm:pt modelId="{4A8C104A-5065-4724-9FE4-5183F73F7F4F}" type="pres">
      <dgm:prSet presAssocID="{1055A17A-5797-4F5C-828A-024509F043B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CA929D4-7B6F-4BDE-AA19-23983EDF5E1A}" type="pres">
      <dgm:prSet presAssocID="{1055A17A-5797-4F5C-828A-024509F043BD}" presName="spaceRect" presStyleCnt="0"/>
      <dgm:spPr/>
    </dgm:pt>
    <dgm:pt modelId="{9C93F52E-10BD-42F2-92E4-462C036B3CA5}" type="pres">
      <dgm:prSet presAssocID="{1055A17A-5797-4F5C-828A-024509F043B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B12CF17-7302-46CF-B3F0-49524FCFED26}" type="presOf" srcId="{6E380FAD-1B63-4D8D-82A0-2D1C89A191B2}" destId="{59F467D7-ADB1-415A-9E78-76DE4EDC0515}" srcOrd="0" destOrd="0" presId="urn:microsoft.com/office/officeart/2018/2/layout/IconLabelList"/>
    <dgm:cxn modelId="{4970F124-7785-4CBA-B90D-B2BD357CC930}" srcId="{3E86C390-3352-4554-8728-5A117B5CD03C}" destId="{C2A5A9AA-0BB8-46AC-B322-E885C7F91BD0}" srcOrd="0" destOrd="0" parTransId="{5B832AD3-8A29-420A-B057-DDAFD4156F71}" sibTransId="{C796E477-6BF8-41C9-87F0-2D5E626ED0ED}"/>
    <dgm:cxn modelId="{BB989E5D-24E5-45C6-B642-965FC53CCCED}" type="presOf" srcId="{1055A17A-5797-4F5C-828A-024509F043BD}" destId="{9C93F52E-10BD-42F2-92E4-462C036B3CA5}" srcOrd="0" destOrd="0" presId="urn:microsoft.com/office/officeart/2018/2/layout/IconLabelList"/>
    <dgm:cxn modelId="{B5803B60-79C5-40C8-8C52-921A144C497A}" srcId="{3E86C390-3352-4554-8728-5A117B5CD03C}" destId="{1055A17A-5797-4F5C-828A-024509F043BD}" srcOrd="4" destOrd="0" parTransId="{F12403CD-FBCF-47D9-8C74-61A333C83F41}" sibTransId="{D3C594DF-0B3D-42AC-B995-020850F0276A}"/>
    <dgm:cxn modelId="{4E8A2463-86FE-4FAA-8281-76D37510983C}" srcId="{3E86C390-3352-4554-8728-5A117B5CD03C}" destId="{0B82D1D7-A460-4568-98A5-5B64F72CCE03}" srcOrd="3" destOrd="0" parTransId="{61B9FDE8-F0B4-4B7E-A0F5-E13C659BB3E4}" sibTransId="{F6B5FC83-FFB3-40EF-AEC5-A084B048FA87}"/>
    <dgm:cxn modelId="{7358F175-42D2-4DD2-ACE8-C8939C4A2A04}" type="presOf" srcId="{05433C9B-A426-472D-AD88-07C3826E6752}" destId="{4FDE7D2E-0511-4E05-B929-B6FD2641A324}" srcOrd="0" destOrd="0" presId="urn:microsoft.com/office/officeart/2018/2/layout/IconLabelList"/>
    <dgm:cxn modelId="{4899AD5A-BC9E-429B-A51B-ED28E576E74F}" type="presOf" srcId="{0B82D1D7-A460-4568-98A5-5B64F72CCE03}" destId="{AF628EB7-9617-4CBF-91F1-5642C445F68D}" srcOrd="0" destOrd="0" presId="urn:microsoft.com/office/officeart/2018/2/layout/IconLabelList"/>
    <dgm:cxn modelId="{28DA9C84-2773-46EB-A5C0-D734470E1D6B}" srcId="{3E86C390-3352-4554-8728-5A117B5CD03C}" destId="{6E380FAD-1B63-4D8D-82A0-2D1C89A191B2}" srcOrd="1" destOrd="0" parTransId="{09062F0E-6F29-4BD7-B723-5B02F1E38D57}" sibTransId="{F3A8572E-213F-4728-BFDD-653847FC27F2}"/>
    <dgm:cxn modelId="{F1A972A8-981E-46DE-B569-29482F78E2D4}" type="presOf" srcId="{3E86C390-3352-4554-8728-5A117B5CD03C}" destId="{784865A1-0696-4910-92CB-3E84DEE4827A}" srcOrd="0" destOrd="0" presId="urn:microsoft.com/office/officeart/2018/2/layout/IconLabelList"/>
    <dgm:cxn modelId="{88038DB5-8843-44AC-80D7-B33FB2F4C33C}" srcId="{3E86C390-3352-4554-8728-5A117B5CD03C}" destId="{05433C9B-A426-472D-AD88-07C3826E6752}" srcOrd="2" destOrd="0" parTransId="{24284960-4CEB-4CC6-9EFC-2A8243583275}" sibTransId="{22C7B0DA-27D0-4F03-8D78-2A9F466C7166}"/>
    <dgm:cxn modelId="{217198C2-78B6-4DB0-B8A3-8AA12E9D31A7}" type="presOf" srcId="{C2A5A9AA-0BB8-46AC-B322-E885C7F91BD0}" destId="{1F62A89F-6636-4654-95A6-F8A63DF224C9}" srcOrd="0" destOrd="0" presId="urn:microsoft.com/office/officeart/2018/2/layout/IconLabelList"/>
    <dgm:cxn modelId="{B42E4CDD-D75B-4F10-8524-91A4B0CE3543}" type="presParOf" srcId="{784865A1-0696-4910-92CB-3E84DEE4827A}" destId="{98D7B39B-9FCA-49A0-A592-3BCA4ECA4D9D}" srcOrd="0" destOrd="0" presId="urn:microsoft.com/office/officeart/2018/2/layout/IconLabelList"/>
    <dgm:cxn modelId="{8D981992-E9B4-41C0-8EAD-FC6331BB97C0}" type="presParOf" srcId="{98D7B39B-9FCA-49A0-A592-3BCA4ECA4D9D}" destId="{B64817CD-506F-4110-BD7E-F24903D8D34E}" srcOrd="0" destOrd="0" presId="urn:microsoft.com/office/officeart/2018/2/layout/IconLabelList"/>
    <dgm:cxn modelId="{A48BA748-CBF3-41E7-AD2E-EE653FF9EF82}" type="presParOf" srcId="{98D7B39B-9FCA-49A0-A592-3BCA4ECA4D9D}" destId="{87602702-B8A8-4D59-BAE9-FB266F9B0BB0}" srcOrd="1" destOrd="0" presId="urn:microsoft.com/office/officeart/2018/2/layout/IconLabelList"/>
    <dgm:cxn modelId="{3A78AD38-0EA8-484F-AF78-4037CB25DE42}" type="presParOf" srcId="{98D7B39B-9FCA-49A0-A592-3BCA4ECA4D9D}" destId="{1F62A89F-6636-4654-95A6-F8A63DF224C9}" srcOrd="2" destOrd="0" presId="urn:microsoft.com/office/officeart/2018/2/layout/IconLabelList"/>
    <dgm:cxn modelId="{A4EF189A-9AA6-4527-A277-F26C2F50635A}" type="presParOf" srcId="{784865A1-0696-4910-92CB-3E84DEE4827A}" destId="{D2D54C2C-962B-4B7D-8F2F-0FDDAC83FECE}" srcOrd="1" destOrd="0" presId="urn:microsoft.com/office/officeart/2018/2/layout/IconLabelList"/>
    <dgm:cxn modelId="{2B57C68B-7568-4A0D-A2CB-84A6ADE5E5B9}" type="presParOf" srcId="{784865A1-0696-4910-92CB-3E84DEE4827A}" destId="{722618B4-EFC6-4A65-9220-C3B664E46568}" srcOrd="2" destOrd="0" presId="urn:microsoft.com/office/officeart/2018/2/layout/IconLabelList"/>
    <dgm:cxn modelId="{D39BC738-068E-4421-B939-493B982E88F6}" type="presParOf" srcId="{722618B4-EFC6-4A65-9220-C3B664E46568}" destId="{8FA38863-B1DB-4C01-8503-736C4EFA0938}" srcOrd="0" destOrd="0" presId="urn:microsoft.com/office/officeart/2018/2/layout/IconLabelList"/>
    <dgm:cxn modelId="{4B327115-C0F4-4664-8B58-50407E4316BA}" type="presParOf" srcId="{722618B4-EFC6-4A65-9220-C3B664E46568}" destId="{57891B3E-4229-4EF9-9520-F055A6FF42BD}" srcOrd="1" destOrd="0" presId="urn:microsoft.com/office/officeart/2018/2/layout/IconLabelList"/>
    <dgm:cxn modelId="{0B9EDB69-51E9-4F48-8DA9-FA145582DE06}" type="presParOf" srcId="{722618B4-EFC6-4A65-9220-C3B664E46568}" destId="{59F467D7-ADB1-415A-9E78-76DE4EDC0515}" srcOrd="2" destOrd="0" presId="urn:microsoft.com/office/officeart/2018/2/layout/IconLabelList"/>
    <dgm:cxn modelId="{1163BCFD-A2E7-44C5-966A-4AD5E3918C19}" type="presParOf" srcId="{784865A1-0696-4910-92CB-3E84DEE4827A}" destId="{BB411D9C-C268-49E1-81C5-699EB9FBDF04}" srcOrd="3" destOrd="0" presId="urn:microsoft.com/office/officeart/2018/2/layout/IconLabelList"/>
    <dgm:cxn modelId="{F86D83E0-6C52-4045-A379-7ACA5F5A09BC}" type="presParOf" srcId="{784865A1-0696-4910-92CB-3E84DEE4827A}" destId="{75585D3C-70EE-45FA-B0EB-B69259CE3E41}" srcOrd="4" destOrd="0" presId="urn:microsoft.com/office/officeart/2018/2/layout/IconLabelList"/>
    <dgm:cxn modelId="{154C01F9-4B40-4F59-9301-FD88309FEDF6}" type="presParOf" srcId="{75585D3C-70EE-45FA-B0EB-B69259CE3E41}" destId="{1B676A64-577B-40B3-A2CE-469C5AC01C7C}" srcOrd="0" destOrd="0" presId="urn:microsoft.com/office/officeart/2018/2/layout/IconLabelList"/>
    <dgm:cxn modelId="{5875C772-2C30-47C3-A735-5F7D01597409}" type="presParOf" srcId="{75585D3C-70EE-45FA-B0EB-B69259CE3E41}" destId="{DF02CAA8-5E7B-451F-8482-636AB685A0BF}" srcOrd="1" destOrd="0" presId="urn:microsoft.com/office/officeart/2018/2/layout/IconLabelList"/>
    <dgm:cxn modelId="{A2A5E9CD-58FA-47DF-AADA-D5C76A76105B}" type="presParOf" srcId="{75585D3C-70EE-45FA-B0EB-B69259CE3E41}" destId="{4FDE7D2E-0511-4E05-B929-B6FD2641A324}" srcOrd="2" destOrd="0" presId="urn:microsoft.com/office/officeart/2018/2/layout/IconLabelList"/>
    <dgm:cxn modelId="{F7EE4108-02BD-422A-B236-CB9E607EE9A9}" type="presParOf" srcId="{784865A1-0696-4910-92CB-3E84DEE4827A}" destId="{E0296F00-A081-4795-A3BD-AB837920C15E}" srcOrd="5" destOrd="0" presId="urn:microsoft.com/office/officeart/2018/2/layout/IconLabelList"/>
    <dgm:cxn modelId="{E4EE2D19-D7A3-48A2-BA4E-AF01750B1AE6}" type="presParOf" srcId="{784865A1-0696-4910-92CB-3E84DEE4827A}" destId="{74C3B128-0BE7-410F-B670-F93C577989C2}" srcOrd="6" destOrd="0" presId="urn:microsoft.com/office/officeart/2018/2/layout/IconLabelList"/>
    <dgm:cxn modelId="{826441A6-8947-478D-88ED-70E4D76A036E}" type="presParOf" srcId="{74C3B128-0BE7-410F-B670-F93C577989C2}" destId="{93044E0B-88CA-44CF-ADD5-BA6DA3489BF3}" srcOrd="0" destOrd="0" presId="urn:microsoft.com/office/officeart/2018/2/layout/IconLabelList"/>
    <dgm:cxn modelId="{80CC03CD-1DFD-4F61-B7D6-2D824DFE0128}" type="presParOf" srcId="{74C3B128-0BE7-410F-B670-F93C577989C2}" destId="{F579A045-3B78-4B5F-86FA-1535C5EB3126}" srcOrd="1" destOrd="0" presId="urn:microsoft.com/office/officeart/2018/2/layout/IconLabelList"/>
    <dgm:cxn modelId="{18C215EF-1311-4326-AC15-8E316F00DAE3}" type="presParOf" srcId="{74C3B128-0BE7-410F-B670-F93C577989C2}" destId="{AF628EB7-9617-4CBF-91F1-5642C445F68D}" srcOrd="2" destOrd="0" presId="urn:microsoft.com/office/officeart/2018/2/layout/IconLabelList"/>
    <dgm:cxn modelId="{71514BEE-065C-4710-8348-A84B28B6A245}" type="presParOf" srcId="{784865A1-0696-4910-92CB-3E84DEE4827A}" destId="{1E067B5C-F0D2-4311-B075-56F4966F7933}" srcOrd="7" destOrd="0" presId="urn:microsoft.com/office/officeart/2018/2/layout/IconLabelList"/>
    <dgm:cxn modelId="{4E0AD957-4276-4F3B-BBF3-753F3E7106DC}" type="presParOf" srcId="{784865A1-0696-4910-92CB-3E84DEE4827A}" destId="{E41E4B3B-96E4-4FDE-9E31-0BA802F6F116}" srcOrd="8" destOrd="0" presId="urn:microsoft.com/office/officeart/2018/2/layout/IconLabelList"/>
    <dgm:cxn modelId="{90CA34DC-E14E-4ADD-A7BD-B0DEE22ABEF7}" type="presParOf" srcId="{E41E4B3B-96E4-4FDE-9E31-0BA802F6F116}" destId="{4A8C104A-5065-4724-9FE4-5183F73F7F4F}" srcOrd="0" destOrd="0" presId="urn:microsoft.com/office/officeart/2018/2/layout/IconLabelList"/>
    <dgm:cxn modelId="{6FB5DCC4-5D43-4C49-909D-A10C5DD0A225}" type="presParOf" srcId="{E41E4B3B-96E4-4FDE-9E31-0BA802F6F116}" destId="{7CA929D4-7B6F-4BDE-AA19-23983EDF5E1A}" srcOrd="1" destOrd="0" presId="urn:microsoft.com/office/officeart/2018/2/layout/IconLabelList"/>
    <dgm:cxn modelId="{00D41E9F-7E82-4952-81F5-ACFD7D61B912}" type="presParOf" srcId="{E41E4B3B-96E4-4FDE-9E31-0BA802F6F116}" destId="{9C93F52E-10BD-42F2-92E4-462C036B3C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C0194-49B4-4081-9266-FAB543745A7F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EE042-7F28-4DD4-B73B-1EE20D3AC538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7BC27-E756-49AB-8409-6D465F1050F1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Project Pitch</a:t>
          </a:r>
        </a:p>
      </dsp:txBody>
      <dsp:txXfrm>
        <a:off x="28349" y="3255669"/>
        <a:ext cx="3600000" cy="720000"/>
      </dsp:txXfrm>
    </dsp:sp>
    <dsp:sp modelId="{FF702A21-BF06-4D93-A1EE-83F20D853A5C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BB0EF-838C-45E5-A37F-86B66EF16323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0A489-AC2D-4A4C-91D8-B655F7E22BE4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>
              <a:latin typeface="Calibri"/>
            </a:rPr>
            <a:t>Group 1</a:t>
          </a:r>
          <a:endParaRPr lang="en-US" sz="4400" kern="1200"/>
        </a:p>
      </dsp:txBody>
      <dsp:txXfrm>
        <a:off x="4258350" y="32556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8D7A5-6C77-4A80-A8C1-94CEE4A37A92}">
      <dsp:nvSpPr>
        <dsp:cNvPr id="0" name=""/>
        <dsp:cNvSpPr/>
      </dsp:nvSpPr>
      <dsp:spPr>
        <a:xfrm>
          <a:off x="2605" y="2235215"/>
          <a:ext cx="1859971" cy="1181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87686-EEFE-4EA8-9CBB-5A95D3555E9E}">
      <dsp:nvSpPr>
        <dsp:cNvPr id="0" name=""/>
        <dsp:cNvSpPr/>
      </dsp:nvSpPr>
      <dsp:spPr>
        <a:xfrm>
          <a:off x="209268" y="2431546"/>
          <a:ext cx="1859971" cy="1181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ea typeface="+mn-ea"/>
              <a:cs typeface="+mn-cs"/>
            </a:rPr>
            <a:t>Many people need items only temporarily (tools, equipment, etc.) </a:t>
          </a:r>
        </a:p>
      </dsp:txBody>
      <dsp:txXfrm>
        <a:off x="243861" y="2466139"/>
        <a:ext cx="1790785" cy="1111896"/>
      </dsp:txXfrm>
    </dsp:sp>
    <dsp:sp modelId="{B902FA52-8BA5-495B-ACF8-34EA89ECAC1D}">
      <dsp:nvSpPr>
        <dsp:cNvPr id="0" name=""/>
        <dsp:cNvSpPr/>
      </dsp:nvSpPr>
      <dsp:spPr>
        <a:xfrm>
          <a:off x="2275903" y="2235215"/>
          <a:ext cx="1859971" cy="1181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4FEA3-51DB-4515-9E3A-03ECE4BE3ABD}">
      <dsp:nvSpPr>
        <dsp:cNvPr id="0" name=""/>
        <dsp:cNvSpPr/>
      </dsp:nvSpPr>
      <dsp:spPr>
        <a:xfrm>
          <a:off x="2482567" y="2431546"/>
          <a:ext cx="1859971" cy="1181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ea typeface="+mn-ea"/>
              <a:cs typeface="+mn-cs"/>
            </a:rPr>
            <a:t>Buying is expensive, and borrowing is unreliable </a:t>
          </a:r>
        </a:p>
      </dsp:txBody>
      <dsp:txXfrm>
        <a:off x="2517160" y="2466139"/>
        <a:ext cx="1790785" cy="1111896"/>
      </dsp:txXfrm>
    </dsp:sp>
    <dsp:sp modelId="{69EC9994-BAFD-4B7F-8C10-93FB4F43E63D}">
      <dsp:nvSpPr>
        <dsp:cNvPr id="0" name=""/>
        <dsp:cNvSpPr/>
      </dsp:nvSpPr>
      <dsp:spPr>
        <a:xfrm>
          <a:off x="4549202" y="2235215"/>
          <a:ext cx="1859971" cy="1181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6272C-B269-44AB-BEC1-EF43E2581232}">
      <dsp:nvSpPr>
        <dsp:cNvPr id="0" name=""/>
        <dsp:cNvSpPr/>
      </dsp:nvSpPr>
      <dsp:spPr>
        <a:xfrm>
          <a:off x="4755866" y="2431546"/>
          <a:ext cx="1859971" cy="1181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ea typeface="+mn-ea"/>
              <a:cs typeface="+mn-cs"/>
            </a:rPr>
            <a:t>Local rental options are limited and outdated </a:t>
          </a:r>
        </a:p>
      </dsp:txBody>
      <dsp:txXfrm>
        <a:off x="4790459" y="2466139"/>
        <a:ext cx="1790785" cy="1111896"/>
      </dsp:txXfrm>
    </dsp:sp>
    <dsp:sp modelId="{73A90C79-00E2-4473-8CCA-5210F034DABE}">
      <dsp:nvSpPr>
        <dsp:cNvPr id="0" name=""/>
        <dsp:cNvSpPr/>
      </dsp:nvSpPr>
      <dsp:spPr>
        <a:xfrm>
          <a:off x="6822501" y="2235215"/>
          <a:ext cx="1859971" cy="1181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992D4-82D6-4912-9AF4-DE874014DD27}">
      <dsp:nvSpPr>
        <dsp:cNvPr id="0" name=""/>
        <dsp:cNvSpPr/>
      </dsp:nvSpPr>
      <dsp:spPr>
        <a:xfrm>
          <a:off x="7029165" y="2431546"/>
          <a:ext cx="1859971" cy="1181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ea typeface="+mn-ea"/>
              <a:cs typeface="+mn-cs"/>
            </a:rPr>
            <a:t>There is no easy, trustworthy platform for peer-to-peer renting</a:t>
          </a:r>
        </a:p>
      </dsp:txBody>
      <dsp:txXfrm>
        <a:off x="7063758" y="2466139"/>
        <a:ext cx="1790785" cy="11118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F62B-046D-4DAA-98F5-D89D0BD76765}">
      <dsp:nvSpPr>
        <dsp:cNvPr id="0" name=""/>
        <dsp:cNvSpPr/>
      </dsp:nvSpPr>
      <dsp:spPr>
        <a:xfrm>
          <a:off x="755087" y="1256534"/>
          <a:ext cx="1081726" cy="10817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CEE8F-38AC-4E8A-9B89-8515D7CD30D4}">
      <dsp:nvSpPr>
        <dsp:cNvPr id="0" name=""/>
        <dsp:cNvSpPr/>
      </dsp:nvSpPr>
      <dsp:spPr>
        <a:xfrm>
          <a:off x="94032" y="2680373"/>
          <a:ext cx="240383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Students and young professionals</a:t>
          </a:r>
        </a:p>
      </dsp:txBody>
      <dsp:txXfrm>
        <a:off x="94032" y="2680373"/>
        <a:ext cx="2403835" cy="855000"/>
      </dsp:txXfrm>
    </dsp:sp>
    <dsp:sp modelId="{3C7EC26F-7307-4EDD-BBA4-A6EC20B2E665}">
      <dsp:nvSpPr>
        <dsp:cNvPr id="0" name=""/>
        <dsp:cNvSpPr/>
      </dsp:nvSpPr>
      <dsp:spPr>
        <a:xfrm>
          <a:off x="3579594" y="1256534"/>
          <a:ext cx="1081726" cy="10817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72A81-983F-4317-98BE-8B8639D363D6}">
      <dsp:nvSpPr>
        <dsp:cNvPr id="0" name=""/>
        <dsp:cNvSpPr/>
      </dsp:nvSpPr>
      <dsp:spPr>
        <a:xfrm>
          <a:off x="2918540" y="2680373"/>
          <a:ext cx="240383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People needing short-term items</a:t>
          </a:r>
        </a:p>
      </dsp:txBody>
      <dsp:txXfrm>
        <a:off x="2918540" y="2680373"/>
        <a:ext cx="2403835" cy="855000"/>
      </dsp:txXfrm>
    </dsp:sp>
    <dsp:sp modelId="{F5E05D95-1473-4272-BF3B-2BFD04FC5CFE}">
      <dsp:nvSpPr>
        <dsp:cNvPr id="0" name=""/>
        <dsp:cNvSpPr/>
      </dsp:nvSpPr>
      <dsp:spPr>
        <a:xfrm>
          <a:off x="6404102" y="1256534"/>
          <a:ext cx="1081726" cy="10817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274CE-CF1D-4773-893E-BAD238AC8FCC}">
      <dsp:nvSpPr>
        <dsp:cNvPr id="0" name=""/>
        <dsp:cNvSpPr/>
      </dsp:nvSpPr>
      <dsp:spPr>
        <a:xfrm>
          <a:off x="5743047" y="2680373"/>
          <a:ext cx="240383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Individuals wanting to earn money by renting out items</a:t>
          </a:r>
        </a:p>
      </dsp:txBody>
      <dsp:txXfrm>
        <a:off x="5743047" y="2680373"/>
        <a:ext cx="2403835" cy="85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9F3CA-F357-42CE-9DE5-E8B824AEE437}">
      <dsp:nvSpPr>
        <dsp:cNvPr id="0" name=""/>
        <dsp:cNvSpPr/>
      </dsp:nvSpPr>
      <dsp:spPr>
        <a:xfrm>
          <a:off x="149729" y="58486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EB10E-978D-4442-90D0-756C1122F59B}">
      <dsp:nvSpPr>
        <dsp:cNvPr id="0" name=""/>
        <dsp:cNvSpPr/>
      </dsp:nvSpPr>
      <dsp:spPr>
        <a:xfrm>
          <a:off x="300295" y="209052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AEFD3-CFBE-4284-A2FB-B9B0A2D382C4}">
      <dsp:nvSpPr>
        <dsp:cNvPr id="0" name=""/>
        <dsp:cNvSpPr/>
      </dsp:nvSpPr>
      <dsp:spPr>
        <a:xfrm>
          <a:off x="1020349" y="58486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 accounts with profiles &amp; verification</a:t>
          </a:r>
        </a:p>
      </dsp:txBody>
      <dsp:txXfrm>
        <a:off x="1020349" y="58486"/>
        <a:ext cx="1690026" cy="716981"/>
      </dsp:txXfrm>
    </dsp:sp>
    <dsp:sp modelId="{A45E1C61-0715-48D2-B5D4-022BD2EBCD30}">
      <dsp:nvSpPr>
        <dsp:cNvPr id="0" name=""/>
        <dsp:cNvSpPr/>
      </dsp:nvSpPr>
      <dsp:spPr>
        <a:xfrm>
          <a:off x="3004850" y="58486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4A7FF-3D19-417B-91F4-B022A5748A92}">
      <dsp:nvSpPr>
        <dsp:cNvPr id="0" name=""/>
        <dsp:cNvSpPr/>
      </dsp:nvSpPr>
      <dsp:spPr>
        <a:xfrm>
          <a:off x="3155416" y="209052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DF43C-A887-4531-A67C-F35A33F43924}">
      <dsp:nvSpPr>
        <dsp:cNvPr id="0" name=""/>
        <dsp:cNvSpPr/>
      </dsp:nvSpPr>
      <dsp:spPr>
        <a:xfrm>
          <a:off x="3875470" y="58486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Rental transaction system (fake money)</a:t>
          </a:r>
        </a:p>
      </dsp:txBody>
      <dsp:txXfrm>
        <a:off x="3875470" y="58486"/>
        <a:ext cx="1690026" cy="716981"/>
      </dsp:txXfrm>
    </dsp:sp>
    <dsp:sp modelId="{2510DCFB-B6DB-4943-AD63-8D662605CC30}">
      <dsp:nvSpPr>
        <dsp:cNvPr id="0" name=""/>
        <dsp:cNvSpPr/>
      </dsp:nvSpPr>
      <dsp:spPr>
        <a:xfrm>
          <a:off x="5859971" y="58486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2D5C3-2819-4984-B902-CEAB3097BC92}">
      <dsp:nvSpPr>
        <dsp:cNvPr id="0" name=""/>
        <dsp:cNvSpPr/>
      </dsp:nvSpPr>
      <dsp:spPr>
        <a:xfrm>
          <a:off x="6010537" y="209052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987F6-99E9-4E06-958A-7EC6CAFC8FF5}">
      <dsp:nvSpPr>
        <dsp:cNvPr id="0" name=""/>
        <dsp:cNvSpPr/>
      </dsp:nvSpPr>
      <dsp:spPr>
        <a:xfrm>
          <a:off x="6730591" y="58486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Chat feature</a:t>
          </a:r>
        </a:p>
      </dsp:txBody>
      <dsp:txXfrm>
        <a:off x="6730591" y="58486"/>
        <a:ext cx="1690026" cy="716981"/>
      </dsp:txXfrm>
    </dsp:sp>
    <dsp:sp modelId="{6A137C44-9F81-40A0-8905-D8ABA57D25AA}">
      <dsp:nvSpPr>
        <dsp:cNvPr id="0" name=""/>
        <dsp:cNvSpPr/>
      </dsp:nvSpPr>
      <dsp:spPr>
        <a:xfrm>
          <a:off x="149729" y="1359628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4CBCB-2FCB-4633-8471-1B88AE4F58BC}">
      <dsp:nvSpPr>
        <dsp:cNvPr id="0" name=""/>
        <dsp:cNvSpPr/>
      </dsp:nvSpPr>
      <dsp:spPr>
        <a:xfrm>
          <a:off x="300295" y="1510194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ADEAA-86B3-4640-BCF6-B6630A1BF9BD}">
      <dsp:nvSpPr>
        <dsp:cNvPr id="0" name=""/>
        <dsp:cNvSpPr/>
      </dsp:nvSpPr>
      <dsp:spPr>
        <a:xfrm>
          <a:off x="1020349" y="1359628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Item browsing &amp; category sorting</a:t>
          </a:r>
        </a:p>
      </dsp:txBody>
      <dsp:txXfrm>
        <a:off x="1020349" y="1359628"/>
        <a:ext cx="1690026" cy="716981"/>
      </dsp:txXfrm>
    </dsp:sp>
    <dsp:sp modelId="{ACEDE872-6432-4387-8E87-35A36CD00518}">
      <dsp:nvSpPr>
        <dsp:cNvPr id="0" name=""/>
        <dsp:cNvSpPr/>
      </dsp:nvSpPr>
      <dsp:spPr>
        <a:xfrm>
          <a:off x="3004850" y="1359628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BD91C-2E22-4A46-9276-FDA5C4742DDC}">
      <dsp:nvSpPr>
        <dsp:cNvPr id="0" name=""/>
        <dsp:cNvSpPr/>
      </dsp:nvSpPr>
      <dsp:spPr>
        <a:xfrm>
          <a:off x="3155416" y="1510194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41F98-81CD-496F-AC59-32A312A8494E}">
      <dsp:nvSpPr>
        <dsp:cNvPr id="0" name=""/>
        <dsp:cNvSpPr/>
      </dsp:nvSpPr>
      <dsp:spPr>
        <a:xfrm>
          <a:off x="3875470" y="1359628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Bundling items</a:t>
          </a:r>
        </a:p>
      </dsp:txBody>
      <dsp:txXfrm>
        <a:off x="3875470" y="1359628"/>
        <a:ext cx="1690026" cy="716981"/>
      </dsp:txXfrm>
    </dsp:sp>
    <dsp:sp modelId="{8987E4A3-BC36-4F00-9D70-D24C55CD3AAE}">
      <dsp:nvSpPr>
        <dsp:cNvPr id="0" name=""/>
        <dsp:cNvSpPr/>
      </dsp:nvSpPr>
      <dsp:spPr>
        <a:xfrm>
          <a:off x="5859971" y="1359628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83111-9F2A-4869-9FB6-A2AB3A8459F9}">
      <dsp:nvSpPr>
        <dsp:cNvPr id="0" name=""/>
        <dsp:cNvSpPr/>
      </dsp:nvSpPr>
      <dsp:spPr>
        <a:xfrm>
          <a:off x="6010537" y="1510194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D79C4-80E7-4B71-8C84-D0D9DF1BFB50}">
      <dsp:nvSpPr>
        <dsp:cNvPr id="0" name=""/>
        <dsp:cNvSpPr/>
      </dsp:nvSpPr>
      <dsp:spPr>
        <a:xfrm>
          <a:off x="6730591" y="1359628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Live pricing (API/AI)</a:t>
          </a:r>
        </a:p>
      </dsp:txBody>
      <dsp:txXfrm>
        <a:off x="6730591" y="1359628"/>
        <a:ext cx="1690026" cy="716981"/>
      </dsp:txXfrm>
    </dsp:sp>
    <dsp:sp modelId="{5D053701-B97A-4BEF-8D44-7EF5917EFA95}">
      <dsp:nvSpPr>
        <dsp:cNvPr id="0" name=""/>
        <dsp:cNvSpPr/>
      </dsp:nvSpPr>
      <dsp:spPr>
        <a:xfrm>
          <a:off x="149729" y="2660770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17707-CA73-4992-9194-48C0B61AEF1D}">
      <dsp:nvSpPr>
        <dsp:cNvPr id="0" name=""/>
        <dsp:cNvSpPr/>
      </dsp:nvSpPr>
      <dsp:spPr>
        <a:xfrm>
          <a:off x="300295" y="2811336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2E109-8D3B-4849-8184-46CC2176E6F2}">
      <dsp:nvSpPr>
        <dsp:cNvPr id="0" name=""/>
        <dsp:cNvSpPr/>
      </dsp:nvSpPr>
      <dsp:spPr>
        <a:xfrm>
          <a:off x="1020349" y="2660770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Email notifications</a:t>
          </a:r>
        </a:p>
      </dsp:txBody>
      <dsp:txXfrm>
        <a:off x="1020349" y="2660770"/>
        <a:ext cx="1690026" cy="716981"/>
      </dsp:txXfrm>
    </dsp:sp>
    <dsp:sp modelId="{6EDFAB1D-AC61-4C24-86B3-BF9F63BD3277}">
      <dsp:nvSpPr>
        <dsp:cNvPr id="0" name=""/>
        <dsp:cNvSpPr/>
      </dsp:nvSpPr>
      <dsp:spPr>
        <a:xfrm>
          <a:off x="3004850" y="2660770"/>
          <a:ext cx="716981" cy="7169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92BB2-680A-453C-AF85-4EB7F7DBFC87}">
      <dsp:nvSpPr>
        <dsp:cNvPr id="0" name=""/>
        <dsp:cNvSpPr/>
      </dsp:nvSpPr>
      <dsp:spPr>
        <a:xfrm>
          <a:off x="3155416" y="2811336"/>
          <a:ext cx="415849" cy="4158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212D3-F0C0-4325-BB69-3AF278757C06}">
      <dsp:nvSpPr>
        <dsp:cNvPr id="0" name=""/>
        <dsp:cNvSpPr/>
      </dsp:nvSpPr>
      <dsp:spPr>
        <a:xfrm>
          <a:off x="3875470" y="2660770"/>
          <a:ext cx="1690026" cy="716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Rating system (5 stars)</a:t>
          </a:r>
        </a:p>
      </dsp:txBody>
      <dsp:txXfrm>
        <a:off x="3875470" y="2660770"/>
        <a:ext cx="1690026" cy="7169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0F073-775D-4448-9E77-A1F1D7BF86DC}">
      <dsp:nvSpPr>
        <dsp:cNvPr id="0" name=""/>
        <dsp:cNvSpPr/>
      </dsp:nvSpPr>
      <dsp:spPr>
        <a:xfrm>
          <a:off x="21715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C05DA-147B-49B5-9A08-580E4D68D953}">
      <dsp:nvSpPr>
        <dsp:cNvPr id="0" name=""/>
        <dsp:cNvSpPr/>
      </dsp:nvSpPr>
      <dsp:spPr>
        <a:xfrm>
          <a:off x="26014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Trust rating system (AI-based)</a:t>
          </a:r>
        </a:p>
      </dsp:txBody>
      <dsp:txXfrm>
        <a:off x="2687650" y="516132"/>
        <a:ext cx="1592793" cy="1592793"/>
      </dsp:txXfrm>
    </dsp:sp>
    <dsp:sp modelId="{89EA652B-3641-454F-8D93-FBB3313B46F2}">
      <dsp:nvSpPr>
        <dsp:cNvPr id="0" name=""/>
        <dsp:cNvSpPr/>
      </dsp:nvSpPr>
      <dsp:spPr>
        <a:xfrm>
          <a:off x="45023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Badge system (top lender, etc.)</a:t>
          </a:r>
        </a:p>
      </dsp:txBody>
      <dsp:txXfrm>
        <a:off x="4588555" y="516132"/>
        <a:ext cx="1592793" cy="1592793"/>
      </dsp:txXfrm>
    </dsp:sp>
    <dsp:sp modelId="{FF415032-87F9-41CA-98B1-5A2728DE6C76}">
      <dsp:nvSpPr>
        <dsp:cNvPr id="0" name=""/>
        <dsp:cNvSpPr/>
      </dsp:nvSpPr>
      <dsp:spPr>
        <a:xfrm>
          <a:off x="26014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Smart pricing engine</a:t>
          </a:r>
        </a:p>
      </dsp:txBody>
      <dsp:txXfrm>
        <a:off x="2687650" y="2417036"/>
        <a:ext cx="1592793" cy="1592793"/>
      </dsp:txXfrm>
    </dsp:sp>
    <dsp:sp modelId="{7A9D28F1-BCC3-4E8C-A815-EC10938DCBC3}">
      <dsp:nvSpPr>
        <dsp:cNvPr id="0" name=""/>
        <dsp:cNvSpPr/>
      </dsp:nvSpPr>
      <dsp:spPr>
        <a:xfrm>
          <a:off x="45023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Rental subscription model</a:t>
          </a:r>
        </a:p>
      </dsp:txBody>
      <dsp:txXfrm>
        <a:off x="4588555" y="2417036"/>
        <a:ext cx="1592793" cy="15927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5D443-C0FA-46D1-B0A7-AE8B66C20368}">
      <dsp:nvSpPr>
        <dsp:cNvPr id="0" name=""/>
        <dsp:cNvSpPr/>
      </dsp:nvSpPr>
      <dsp:spPr>
        <a:xfrm>
          <a:off x="0" y="0"/>
          <a:ext cx="2493918" cy="358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800" kern="1200">
            <a:ea typeface="+mn-ea"/>
            <a:cs typeface="+mn-cs"/>
          </a:endParaRPr>
        </a:p>
      </dsp:txBody>
      <dsp:txXfrm>
        <a:off x="0" y="0"/>
        <a:ext cx="2493918" cy="358444"/>
      </dsp:txXfrm>
    </dsp:sp>
    <dsp:sp modelId="{44AE4427-35FB-40F6-9FEA-6BF6999E970F}">
      <dsp:nvSpPr>
        <dsp:cNvPr id="0" name=""/>
        <dsp:cNvSpPr/>
      </dsp:nvSpPr>
      <dsp:spPr>
        <a:xfrm>
          <a:off x="0" y="358444"/>
          <a:ext cx="2493918" cy="322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ea typeface="+mn-ea"/>
              <a:cs typeface="+mn-cs"/>
            </a:rPr>
            <a:t>The platform will not support fully automated AI decisions. AI acts as an assistant but does not make final decisions.</a:t>
          </a:r>
        </a:p>
      </dsp:txBody>
      <dsp:txXfrm>
        <a:off x="0" y="358444"/>
        <a:ext cx="2493918" cy="3226002"/>
      </dsp:txXfrm>
    </dsp:sp>
    <dsp:sp modelId="{FDED398A-03AC-4BBE-835E-DA6623BFA59E}">
      <dsp:nvSpPr>
        <dsp:cNvPr id="0" name=""/>
        <dsp:cNvSpPr/>
      </dsp:nvSpPr>
      <dsp:spPr>
        <a:xfrm>
          <a:off x="2743310" y="0"/>
          <a:ext cx="2493918" cy="358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800" kern="1200">
            <a:ea typeface="+mn-ea"/>
            <a:cs typeface="+mn-cs"/>
          </a:endParaRPr>
        </a:p>
      </dsp:txBody>
      <dsp:txXfrm>
        <a:off x="2743310" y="0"/>
        <a:ext cx="2493918" cy="358444"/>
      </dsp:txXfrm>
    </dsp:sp>
    <dsp:sp modelId="{402C1F0B-2EF6-45D3-9789-CBA5C92B1C83}">
      <dsp:nvSpPr>
        <dsp:cNvPr id="0" name=""/>
        <dsp:cNvSpPr/>
      </dsp:nvSpPr>
      <dsp:spPr>
        <a:xfrm>
          <a:off x="2743310" y="358444"/>
          <a:ext cx="2493918" cy="322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ea typeface="+mn-ea"/>
              <a:cs typeface="+mn-cs"/>
            </a:rPr>
            <a:t>Integrated payment methods like Stripe or PayPal are not included in the minimum viable product release.</a:t>
          </a:r>
        </a:p>
      </dsp:txBody>
      <dsp:txXfrm>
        <a:off x="2743310" y="358444"/>
        <a:ext cx="2493918" cy="3226002"/>
      </dsp:txXfrm>
    </dsp:sp>
    <dsp:sp modelId="{2E537614-A0C2-4031-A345-6C4344E1817B}">
      <dsp:nvSpPr>
        <dsp:cNvPr id="0" name=""/>
        <dsp:cNvSpPr/>
      </dsp:nvSpPr>
      <dsp:spPr>
        <a:xfrm>
          <a:off x="5486620" y="0"/>
          <a:ext cx="2493918" cy="358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800" kern="1200">
            <a:ea typeface="+mn-ea"/>
            <a:cs typeface="+mn-cs"/>
          </a:endParaRPr>
        </a:p>
      </dsp:txBody>
      <dsp:txXfrm>
        <a:off x="5486620" y="0"/>
        <a:ext cx="2493918" cy="358444"/>
      </dsp:txXfrm>
    </dsp:sp>
    <dsp:sp modelId="{6FBC1D3D-2143-45F1-8967-B1A18DC7A6BA}">
      <dsp:nvSpPr>
        <dsp:cNvPr id="0" name=""/>
        <dsp:cNvSpPr/>
      </dsp:nvSpPr>
      <dsp:spPr>
        <a:xfrm>
          <a:off x="5486620" y="358444"/>
          <a:ext cx="2493918" cy="322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ea typeface="+mn-ea"/>
              <a:cs typeface="+mn-cs"/>
            </a:rPr>
            <a:t>The marketplace is limited to local users; nationwide or global expansion is not planned for this stage.</a:t>
          </a:r>
        </a:p>
      </dsp:txBody>
      <dsp:txXfrm>
        <a:off x="5486620" y="358444"/>
        <a:ext cx="2493918" cy="32260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AA9F0-CA51-43F2-8C90-01C9D48A5588}">
      <dsp:nvSpPr>
        <dsp:cNvPr id="0" name=""/>
        <dsp:cNvSpPr/>
      </dsp:nvSpPr>
      <dsp:spPr>
        <a:xfrm>
          <a:off x="0" y="28257"/>
          <a:ext cx="70170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solidFill>
                <a:srgbClr val="FFFFFF"/>
              </a:solidFill>
              <a:ea typeface="+mn-ea"/>
              <a:cs typeface="+mn-cs"/>
            </a:rPr>
            <a:t>Frontend: React </a:t>
          </a:r>
        </a:p>
      </dsp:txBody>
      <dsp:txXfrm>
        <a:off x="38638" y="66895"/>
        <a:ext cx="6939804" cy="714229"/>
      </dsp:txXfrm>
    </dsp:sp>
    <dsp:sp modelId="{96353189-76F8-4962-A614-A9C8273AAFAD}">
      <dsp:nvSpPr>
        <dsp:cNvPr id="0" name=""/>
        <dsp:cNvSpPr/>
      </dsp:nvSpPr>
      <dsp:spPr>
        <a:xfrm>
          <a:off x="0" y="914802"/>
          <a:ext cx="70170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solidFill>
                <a:srgbClr val="FFFFFF"/>
              </a:solidFill>
              <a:ea typeface="+mn-ea"/>
              <a:cs typeface="+mn-cs"/>
            </a:rPr>
            <a:t>Backend: Node.js / Express </a:t>
          </a:r>
        </a:p>
      </dsp:txBody>
      <dsp:txXfrm>
        <a:off x="38638" y="953440"/>
        <a:ext cx="6939804" cy="714229"/>
      </dsp:txXfrm>
    </dsp:sp>
    <dsp:sp modelId="{A5AF90BB-98E8-46DD-80F6-C093F0557977}">
      <dsp:nvSpPr>
        <dsp:cNvPr id="0" name=""/>
        <dsp:cNvSpPr/>
      </dsp:nvSpPr>
      <dsp:spPr>
        <a:xfrm>
          <a:off x="0" y="1801347"/>
          <a:ext cx="70170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solidFill>
                <a:srgbClr val="FFFFFF"/>
              </a:solidFill>
              <a:ea typeface="+mn-ea"/>
              <a:cs typeface="+mn-cs"/>
            </a:rPr>
            <a:t>Database: </a:t>
          </a:r>
          <a:r>
            <a:rPr lang="en-US" sz="3300" kern="1200">
              <a:solidFill>
                <a:srgbClr val="FFFFFF"/>
              </a:solidFill>
              <a:latin typeface="Calibri"/>
              <a:ea typeface="+mn-ea"/>
              <a:cs typeface="+mn-cs"/>
            </a:rPr>
            <a:t>PostgreSQL</a:t>
          </a:r>
          <a:r>
            <a:rPr lang="en-US" sz="3300" kern="1200">
              <a:solidFill>
                <a:srgbClr val="FFFFFF"/>
              </a:solidFill>
              <a:ea typeface="+mn-ea"/>
              <a:cs typeface="+mn-cs"/>
            </a:rPr>
            <a:t> </a:t>
          </a:r>
        </a:p>
      </dsp:txBody>
      <dsp:txXfrm>
        <a:off x="38638" y="1839985"/>
        <a:ext cx="6939804" cy="714229"/>
      </dsp:txXfrm>
    </dsp:sp>
    <dsp:sp modelId="{8C574B61-6F5B-4A0E-A70E-B44B65CB2F19}">
      <dsp:nvSpPr>
        <dsp:cNvPr id="0" name=""/>
        <dsp:cNvSpPr/>
      </dsp:nvSpPr>
      <dsp:spPr>
        <a:xfrm>
          <a:off x="0" y="2687892"/>
          <a:ext cx="70170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solidFill>
                <a:srgbClr val="FFFFFF"/>
              </a:solidFill>
              <a:ea typeface="+mn-ea"/>
              <a:cs typeface="+mn-cs"/>
            </a:rPr>
            <a:t>APIs: Maps, Pricing, Email</a:t>
          </a:r>
        </a:p>
      </dsp:txBody>
      <dsp:txXfrm>
        <a:off x="38638" y="2726530"/>
        <a:ext cx="6939804" cy="714229"/>
      </dsp:txXfrm>
    </dsp:sp>
    <dsp:sp modelId="{EDCE5434-67BE-4ADE-AC0C-22E471FA44B8}">
      <dsp:nvSpPr>
        <dsp:cNvPr id="0" name=""/>
        <dsp:cNvSpPr/>
      </dsp:nvSpPr>
      <dsp:spPr>
        <a:xfrm>
          <a:off x="0" y="3574437"/>
          <a:ext cx="70170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solidFill>
                <a:srgbClr val="FFFFFF"/>
              </a:solidFill>
              <a:ea typeface="+mn-ea"/>
              <a:cs typeface="+mn-cs"/>
            </a:rPr>
            <a:t>Deployment: Cloud (AWS / Vercel)</a:t>
          </a:r>
        </a:p>
      </dsp:txBody>
      <dsp:txXfrm>
        <a:off x="38638" y="3613075"/>
        <a:ext cx="6939804" cy="714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817CD-506F-4110-BD7E-F24903D8D34E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2A89F-6636-4654-95A6-F8A63DF224C9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Frontend Developer - Peter</a:t>
          </a:r>
        </a:p>
      </dsp:txBody>
      <dsp:txXfrm>
        <a:off x="483752" y="1420418"/>
        <a:ext cx="1604882" cy="641953"/>
      </dsp:txXfrm>
    </dsp:sp>
    <dsp:sp modelId="{8FA38863-B1DB-4C01-8503-736C4EFA0938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467D7-ADB1-415A-9E78-76DE4EDC0515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Backend Developer - Jeremy/Vishwash</a:t>
          </a:r>
        </a:p>
      </dsp:txBody>
      <dsp:txXfrm>
        <a:off x="2369489" y="1420418"/>
        <a:ext cx="1604882" cy="641953"/>
      </dsp:txXfrm>
    </dsp:sp>
    <dsp:sp modelId="{1B676A64-577B-40B3-A2CE-469C5AC01C7C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E7D2E-0511-4E05-B929-B6FD2641A324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Database Manager - Sage</a:t>
          </a:r>
        </a:p>
      </dsp:txBody>
      <dsp:txXfrm>
        <a:off x="4255227" y="1420418"/>
        <a:ext cx="1604882" cy="641953"/>
      </dsp:txXfrm>
    </dsp:sp>
    <dsp:sp modelId="{93044E0B-88CA-44CF-ADD5-BA6DA3489BF3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28EB7-9617-4CBF-91F1-5642C445F68D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Cloud/Deployment - Jeff</a:t>
          </a:r>
        </a:p>
      </dsp:txBody>
      <dsp:txXfrm>
        <a:off x="6140964" y="1420418"/>
        <a:ext cx="1604882" cy="641953"/>
      </dsp:txXfrm>
    </dsp:sp>
    <dsp:sp modelId="{4A8C104A-5065-4724-9FE4-5183F73F7F4F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3F52E-10BD-42F2-92E4-462C036B3CA5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Manager - Vishwash</a:t>
          </a:r>
        </a:p>
      </dsp:txBody>
      <dsp:txXfrm>
        <a:off x="3312358" y="3457346"/>
        <a:ext cx="1604882" cy="6419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0AE92-9F47-4114-B525-FF3B82B07F70}" type="datetimeFigureOut"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8B496-FE1C-4F70-8C14-98DDAA8C6D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5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381677" cy="1325563"/>
          </a:xfrm>
        </p:spPr>
        <p:txBody>
          <a:bodyPr>
            <a:normAutofit/>
          </a:bodyPr>
          <a:lstStyle/>
          <a:p>
            <a:r>
              <a:rPr lang="en-US" sz="4900" b="1"/>
              <a:t>CSC394 – Rent-ALL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821124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336268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F49C810-51BA-95A9-0EFB-C8F48B2DC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91498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5400" b="1"/>
              <a:t>Problem Statement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F5F9DD-84B4-8DFE-D5BA-50350F8C4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803515"/>
              </p:ext>
            </p:extLst>
          </p:nvPr>
        </p:nvGraphicFramePr>
        <p:xfrm>
          <a:off x="123928" y="1557649"/>
          <a:ext cx="8891742" cy="5847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523476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/>
              <a:t>Target Users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5D0CB6-23E7-943B-4030-2C118F0E4C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838276"/>
              </p:ext>
            </p:extLst>
          </p:nvPr>
        </p:nvGraphicFramePr>
        <p:xfrm>
          <a:off x="530760" y="1594542"/>
          <a:ext cx="8240916" cy="4791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25450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73940"/>
            <a:ext cx="3789277" cy="1035781"/>
          </a:xfrm>
        </p:spPr>
        <p:txBody>
          <a:bodyPr anchor="ctr">
            <a:normAutofit/>
          </a:bodyPr>
          <a:lstStyle/>
          <a:p>
            <a:r>
              <a:rPr lang="en-US" sz="3600" b="1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168" y="2077706"/>
            <a:ext cx="4049274" cy="41241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A web app where users can rent and lend items locally.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/>
              <a:t>Users can browse, chat, and complete rental transactions easily.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/>
              <a:t>Includes trust systems and smart pricing.</a:t>
            </a:r>
            <a:endParaRPr lang="en-US" sz="1800">
              <a:ea typeface="Calibri"/>
              <a:cs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224" y="608401"/>
            <a:ext cx="3478126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 descr="Speech">
            <a:extLst>
              <a:ext uri="{FF2B5EF4-FFF2-40B4-BE49-F238E27FC236}">
                <a16:creationId xmlns:a16="http://schemas.microsoft.com/office/drawing/2014/main" id="{DA1E2B29-F13A-EF08-6C83-11118054FE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7869" y="1875422"/>
            <a:ext cx="3167439" cy="3167439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Must Have Features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E94117B-3A9D-3B70-DC07-4A3B0D716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224041"/>
              </p:ext>
            </p:extLst>
          </p:nvPr>
        </p:nvGraphicFramePr>
        <p:xfrm>
          <a:off x="265388" y="2791183"/>
          <a:ext cx="8570348" cy="3436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90605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/>
              <a:t>Should Have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893BFA-55AC-838F-A169-683685328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774972"/>
              </p:ext>
            </p:extLst>
          </p:nvPr>
        </p:nvGraphicFramePr>
        <p:xfrm>
          <a:off x="10186" y="1600200"/>
          <a:ext cx="88690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Autofit/>
          </a:bodyPr>
          <a:lstStyle/>
          <a:p>
            <a:r>
              <a:rPr lang="en-US" sz="4100" b="1"/>
              <a:t>Could Features</a:t>
            </a:r>
            <a:endParaRPr lang="en-US" sz="4100" b="1">
              <a:ea typeface="Calibri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331" y="2330505"/>
            <a:ext cx="3391277" cy="2689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/>
              <a:t>Could: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Map view of nearby rentals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Personalized 'For You' page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Damage detection (Computer Vision)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pointing on a map">
            <a:extLst>
              <a:ext uri="{FF2B5EF4-FFF2-40B4-BE49-F238E27FC236}">
                <a16:creationId xmlns:a16="http://schemas.microsoft.com/office/drawing/2014/main" id="{69810200-AE12-E524-8C0A-F474E1D39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00" r="30157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90605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0EE7D-8C97-591A-8EFE-B7BB34BCE95B}"/>
              </a:ext>
            </a:extLst>
          </p:cNvPr>
          <p:cNvSpPr txBox="1">
            <a:spLocks/>
          </p:cNvSpPr>
          <p:nvPr/>
        </p:nvSpPr>
        <p:spPr>
          <a:xfrm>
            <a:off x="741160" y="613954"/>
            <a:ext cx="7457037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4200" b="1"/>
              <a:t>What's Out of Scope?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926F283-FB60-D931-5061-37252F4E4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59061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7684" y="2849149"/>
          <a:ext cx="7980539" cy="3584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184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7017080" cy="1200329"/>
          </a:xfrm>
        </p:spPr>
        <p:txBody>
          <a:bodyPr anchor="t">
            <a:noAutofit/>
          </a:bodyPr>
          <a:lstStyle/>
          <a:p>
            <a:r>
              <a:rPr lang="en-US" sz="6600" b="1"/>
              <a:t>Technical Direction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499B2F-5044-3299-6733-2F1474CDB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7220356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/>
              <a:t>Risks &amp; Challenges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211" y="2121144"/>
            <a:ext cx="3657223" cy="34137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Users may hesitate to rent from strangers or worry about item damage 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Limited timeline may require reducing features to deliver a working MVP </a:t>
            </a:r>
          </a:p>
          <a:p>
            <a:r>
              <a:rPr lang="en-US" sz="1800">
                <a:ea typeface="+mn-lt"/>
                <a:cs typeface="+mn-lt"/>
              </a:rPr>
              <a:t> Features like smart pricing and damage detection may be inaccurate or difficult to implement</a:t>
            </a:r>
            <a:endParaRPr lang="en-US" sz="1800">
              <a:ea typeface="Calibri"/>
              <a:cs typeface="Calibri"/>
            </a:endParaRPr>
          </a:p>
          <a:p>
            <a:endParaRPr lang="en-US" sz="1700">
              <a:ea typeface="Calibri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0D2506D3-E162-F7C9-2E3E-6789C382E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74" r="29783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90605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/>
              <a:t>Team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F792C2-40B1-B042-945A-114D6B9D16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CSC394 – Rent-ALL</vt:lpstr>
      <vt:lpstr>Problem Statement</vt:lpstr>
      <vt:lpstr>Target Users</vt:lpstr>
      <vt:lpstr>Proposed Solution</vt:lpstr>
      <vt:lpstr>Must Have Features</vt:lpstr>
      <vt:lpstr>Should Have Features</vt:lpstr>
      <vt:lpstr>Could Features</vt:lpstr>
      <vt:lpstr>PowerPoint Presentation</vt:lpstr>
      <vt:lpstr>Technical Direction</vt:lpstr>
      <vt:lpstr>Risks &amp; Challenges</vt:lpstr>
      <vt:lpstr>Team Roles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2026-04-08T00:56:18Z</dcterms:modified>
  <cp:category/>
</cp:coreProperties>
</file>